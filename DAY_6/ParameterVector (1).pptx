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59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Hanken Grotesk" panose="020B0604020202020204" charset="0"/>
      <p:regular r:id="rId23"/>
      <p:bold r:id="rId24"/>
      <p:italic r:id="rId25"/>
      <p:boldItalic r:id="rId26"/>
    </p:embeddedFont>
    <p:embeddedFont>
      <p:font typeface="IBM Plex Sans" panose="020B0503050203000203" pitchFamily="34" charset="0"/>
      <p:regular r:id="rId27"/>
      <p:bold r:id="rId28"/>
      <p:italic r:id="rId29"/>
      <p:boldItalic r:id="rId30"/>
    </p:embeddedFont>
    <p:embeddedFont>
      <p:font typeface="Nunito Light" pitchFamily="2" charset="0"/>
      <p:regular r:id="rId31"/>
      <p:italic r:id="rId32"/>
    </p:embeddedFont>
    <p:embeddedFont>
      <p:font typeface="Raleway Black" pitchFamily="2" charset="0"/>
      <p:bold r:id="rId33"/>
      <p:boldItalic r:id="rId34"/>
    </p:embeddedFont>
    <p:embeddedFont>
      <p:font typeface="Raleway ExtraBold" pitchFamily="2" charset="0"/>
      <p:bold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vbCZRmTeERqeiKKoJ/6R02ENZ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C04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" name="Google Shape;7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701B4099-B041-8B37-0DB0-CCC01D13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8:notes">
            <a:extLst>
              <a:ext uri="{FF2B5EF4-FFF2-40B4-BE49-F238E27FC236}">
                <a16:creationId xmlns:a16="http://schemas.microsoft.com/office/drawing/2014/main" id="{17798493-5975-D578-6933-AF8A80489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6" name="Google Shape;706;p18:notes">
            <a:extLst>
              <a:ext uri="{FF2B5EF4-FFF2-40B4-BE49-F238E27FC236}">
                <a16:creationId xmlns:a16="http://schemas.microsoft.com/office/drawing/2014/main" id="{E26EDCE2-4B39-BC50-F446-442B4BFC5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097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5AB0AC56-8A0F-7B05-3327-556DEF54D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57D06DB3-AEC7-C7F0-0DA9-5BAFD824E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6760DF4A-6327-94B5-B046-7854B8306A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9855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9864F8C8-A104-4FF5-5615-CB8AB75FA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5D53746B-B9C3-9E5E-D8B6-B4D908608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439C66D2-729F-7E43-88C7-FB751DE78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9600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7C737C3D-2F33-E6A0-5BDA-A1FA889F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5DA28ED9-44AD-003B-F5AB-A5B80A5AA3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F03753AC-AA74-1B2D-1E60-D0326D599C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51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C5F0C8D4-9425-31F8-7AD8-61563E47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C8593884-02DF-8100-5F13-CD72D192B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C2159B6B-58CC-1422-00C0-C83FFC471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002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77637ECE-3B53-F0A5-1F13-26AD6A24D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AEF285CA-214C-1D30-CE8A-3D5D37D9A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EE903CB6-CAF8-B7E0-043D-4FCCE4817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3403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AEBD071D-5C65-19B4-DD1F-F0D22429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975B10CE-AD12-DC6C-12C7-D4AE3DAB0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FD96D990-B83E-259A-9002-B22A83881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0117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46DD9104-E71B-72F7-1471-E82303A2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BA92C4DE-EC5F-36CB-6638-02C13E32B1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A2033ADE-7F8C-F82C-0B51-2B9CA6887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728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>
          <a:extLst>
            <a:ext uri="{FF2B5EF4-FFF2-40B4-BE49-F238E27FC236}">
              <a16:creationId xmlns:a16="http://schemas.microsoft.com/office/drawing/2014/main" id="{BF361EE3-B00A-9197-5A0D-98AB3E6FF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:notes">
            <a:extLst>
              <a:ext uri="{FF2B5EF4-FFF2-40B4-BE49-F238E27FC236}">
                <a16:creationId xmlns:a16="http://schemas.microsoft.com/office/drawing/2014/main" id="{5161DCE8-1903-B874-1BC9-02954BB859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p3:notes">
            <a:extLst>
              <a:ext uri="{FF2B5EF4-FFF2-40B4-BE49-F238E27FC236}">
                <a16:creationId xmlns:a16="http://schemas.microsoft.com/office/drawing/2014/main" id="{DCD164A6-6174-4116-B9F7-0F55E51CA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1653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9" name="Google Shape;72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4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4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4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4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" name="Google Shape;14;p24"/>
          <p:cNvGrpSpPr/>
          <p:nvPr/>
        </p:nvGrpSpPr>
        <p:grpSpPr>
          <a:xfrm>
            <a:off x="8208698" y="2109318"/>
            <a:ext cx="1160061" cy="247279"/>
            <a:chOff x="8208698" y="2109318"/>
            <a:chExt cx="1160061" cy="247279"/>
          </a:xfrm>
        </p:grpSpPr>
        <p:sp>
          <p:nvSpPr>
            <p:cNvPr id="15" name="Google Shape;15;p24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4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7;p24"/>
          <p:cNvGrpSpPr/>
          <p:nvPr/>
        </p:nvGrpSpPr>
        <p:grpSpPr>
          <a:xfrm rot="5400000" flipH="1">
            <a:off x="6933401" y="2759016"/>
            <a:ext cx="2550619" cy="3872400"/>
            <a:chOff x="1857762" y="2762827"/>
            <a:chExt cx="2550619" cy="3872400"/>
          </a:xfrm>
        </p:grpSpPr>
        <p:cxnSp>
          <p:nvCxnSpPr>
            <p:cNvPr id="18" name="Google Shape;18;p24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24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" name="Google Shape;20;p24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" name="Google Shape;21;p24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3" cy="1266614"/>
          </a:xfrm>
        </p:grpSpPr>
        <p:sp>
          <p:nvSpPr>
            <p:cNvPr id="22" name="Google Shape;22;p24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4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27" name="Google Shape;27;p25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28" name="Google Shape;28;p25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5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" name="Google Shape;30;p2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31" name="Google Shape;31;p2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2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oogle Shape;33;p25"/>
          <p:cNvGrpSpPr/>
          <p:nvPr/>
        </p:nvGrpSpPr>
        <p:grpSpPr>
          <a:xfrm>
            <a:off x="-1181862" y="-331600"/>
            <a:ext cx="11020271" cy="5673388"/>
            <a:chOff x="-1181862" y="-331600"/>
            <a:chExt cx="11020271" cy="5673388"/>
          </a:xfrm>
        </p:grpSpPr>
        <p:grpSp>
          <p:nvGrpSpPr>
            <p:cNvPr id="34" name="Google Shape;34;p25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35" name="Google Shape;35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6" name="Google Shape;36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7" name="Google Shape;37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" name="Google Shape;38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" name="Google Shape;39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0" name="Google Shape;40;p25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41" name="Google Shape;41;p25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3" cy="1266614"/>
            </a:xfrm>
          </p:grpSpPr>
          <p:sp>
            <p:nvSpPr>
              <p:cNvPr id="42" name="Google Shape;42;p2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" name="Google Shape;44;p25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45" name="Google Shape;45;p25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3" cy="1266614"/>
            </a:xfrm>
          </p:grpSpPr>
          <p:sp>
            <p:nvSpPr>
              <p:cNvPr id="46" name="Google Shape;46;p2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" name="Google Shape;48;p25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49" name="Google Shape;49;p2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0" name="Google Shape;50;p2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1" name="Google Shape;51;p2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2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2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54" name="Google Shape;54;p25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55" name="Google Shape;55;p25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5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2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72" name="Google Shape;72;p26"/>
          <p:cNvGrpSpPr/>
          <p:nvPr/>
        </p:nvGrpSpPr>
        <p:grpSpPr>
          <a:xfrm>
            <a:off x="377427" y="204425"/>
            <a:ext cx="8916118" cy="4541546"/>
            <a:chOff x="377427" y="204425"/>
            <a:chExt cx="8916118" cy="4541546"/>
          </a:xfrm>
        </p:grpSpPr>
        <p:grpSp>
          <p:nvGrpSpPr>
            <p:cNvPr id="73" name="Google Shape;73;p26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74" name="Google Shape;74;p26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26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26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77" name="Google Shape;77;p26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26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26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80" name="Google Shape;80;p26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26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2" name="Google Shape;82;p26"/>
          <p:cNvGrpSpPr/>
          <p:nvPr/>
        </p:nvGrpSpPr>
        <p:grpSpPr>
          <a:xfrm>
            <a:off x="-556748" y="-57000"/>
            <a:ext cx="10429655" cy="3378450"/>
            <a:chOff x="-556748" y="-57000"/>
            <a:chExt cx="10429655" cy="3378450"/>
          </a:xfrm>
        </p:grpSpPr>
        <p:grpSp>
          <p:nvGrpSpPr>
            <p:cNvPr id="83" name="Google Shape;83;p26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3" cy="1266614"/>
            </a:xfrm>
          </p:grpSpPr>
          <p:sp>
            <p:nvSpPr>
              <p:cNvPr id="84" name="Google Shape;84;p2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2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" name="Google Shape;86;p26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87" name="Google Shape;87;p26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88" name="Google Shape;88;p2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2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2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2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2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3" name="Google Shape;93;p26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94" name="Google Shape;94;p2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2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2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2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2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99" name="Google Shape;99;p26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100" name="Google Shape;100;p26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6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7" name="Google Shape;107;p2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08" name="Google Shape;108;p2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09" name="Google Shape;109;p2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" name="Google Shape;111;p2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12" name="Google Shape;112;p2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" name="Google Shape;114;p2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15" name="Google Shape;115;p2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116" name="Google Shape;116;p2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3" cy="1266614"/>
            </a:xfrm>
          </p:grpSpPr>
          <p:sp>
            <p:nvSpPr>
              <p:cNvPr id="117" name="Google Shape;117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" name="Google Shape;119;p2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120" name="Google Shape;120;p2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3" cy="1266614"/>
            </a:xfrm>
          </p:grpSpPr>
          <p:sp>
            <p:nvSpPr>
              <p:cNvPr id="121" name="Google Shape;121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2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24" name="Google Shape;124;p2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2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2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2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2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29" name="Google Shape;129;p2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30" name="Google Shape;130;p2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35" name="Google Shape;135;p28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136" name="Google Shape;136;p28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7" name="Google Shape;137;p28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8" name="Google Shape;138;p28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9" name="Google Shape;139;p28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28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28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2" name="Google Shape;142;p28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3" name="Google Shape;143;p28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4" name="Google Shape;144;p28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5" name="Google Shape;145;p28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46" name="Google Shape;146;p28"/>
          <p:cNvGrpSpPr/>
          <p:nvPr/>
        </p:nvGrpSpPr>
        <p:grpSpPr>
          <a:xfrm>
            <a:off x="-415272" y="538801"/>
            <a:ext cx="7636890" cy="5144942"/>
            <a:chOff x="-415272" y="538801"/>
            <a:chExt cx="7636890" cy="5144942"/>
          </a:xfrm>
        </p:grpSpPr>
        <p:grpSp>
          <p:nvGrpSpPr>
            <p:cNvPr id="147" name="Google Shape;147;p28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148" name="Google Shape;148;p2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" name="Google Shape;150;p28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151" name="Google Shape;151;p28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8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155" name="Google Shape;155;p29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9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9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159" name="Google Shape;159;p29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160" name="Google Shape;160;p29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9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" name="Google Shape;162;p29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163" name="Google Shape;163;p29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9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" name="Google Shape;165;p29"/>
          <p:cNvGrpSpPr/>
          <p:nvPr/>
        </p:nvGrpSpPr>
        <p:grpSpPr>
          <a:xfrm>
            <a:off x="-2835749" y="5"/>
            <a:ext cx="12294865" cy="7634520"/>
            <a:chOff x="-2835749" y="5"/>
            <a:chExt cx="12294865" cy="7634520"/>
          </a:xfrm>
        </p:grpSpPr>
        <p:sp>
          <p:nvSpPr>
            <p:cNvPr id="166" name="Google Shape;166;p29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167" name="Google Shape;167;p29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3" cy="1266614"/>
            </a:xfrm>
          </p:grpSpPr>
          <p:sp>
            <p:nvSpPr>
              <p:cNvPr id="168" name="Google Shape;168;p29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9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0" name="Google Shape;170;p29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171" name="Google Shape;171;p29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172" name="Google Shape;172;p2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3" name="Google Shape;173;p2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4" name="Google Shape;174;p2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5" name="Google Shape;175;p2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6" name="Google Shape;176;p2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77" name="Google Shape;177;p29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78" name="Google Shape;178;p29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9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29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189" name="Google Shape;189;p30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190" name="Google Shape;190;p30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30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" name="Google Shape;192;p30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193" name="Google Shape;193;p30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0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5" name="Google Shape;195;p30"/>
          <p:cNvGrpSpPr/>
          <p:nvPr/>
        </p:nvGrpSpPr>
        <p:grpSpPr>
          <a:xfrm>
            <a:off x="478250" y="1380581"/>
            <a:ext cx="8298985" cy="1930685"/>
            <a:chOff x="478250" y="1380581"/>
            <a:chExt cx="8298985" cy="1930685"/>
          </a:xfrm>
        </p:grpSpPr>
        <p:sp>
          <p:nvSpPr>
            <p:cNvPr id="196" name="Google Shape;196;p30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0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30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199" name="Google Shape;199;p30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200" name="Google Shape;200;p3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1" name="Google Shape;201;p3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p3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3" name="Google Shape;203;p3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04" name="Google Shape;204;p3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05" name="Google Shape;205;p30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206" name="Google Shape;206;p30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207" name="Google Shape;207;p30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208" name="Google Shape;208;p3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3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0" name="Google Shape;210;p30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sp>
        <p:nvSpPr>
          <p:cNvPr id="211" name="Google Shape;211;p3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31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1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19" name="Google Shape;219;p31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20" name="Google Shape;220;p31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21" name="Google Shape;221;p31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222" name="Google Shape;222;p31"/>
          <p:cNvGrpSpPr/>
          <p:nvPr/>
        </p:nvGrpSpPr>
        <p:grpSpPr>
          <a:xfrm>
            <a:off x="487075" y="3743424"/>
            <a:ext cx="8733034" cy="1098996"/>
            <a:chOff x="487075" y="3743424"/>
            <a:chExt cx="8733034" cy="1098996"/>
          </a:xfrm>
        </p:grpSpPr>
        <p:sp>
          <p:nvSpPr>
            <p:cNvPr id="223" name="Google Shape;223;p31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1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" name="Google Shape;225;p31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226" name="Google Shape;226;p3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3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8" name="Google Shape;228;p31"/>
          <p:cNvGrpSpPr/>
          <p:nvPr/>
        </p:nvGrpSpPr>
        <p:grpSpPr>
          <a:xfrm>
            <a:off x="197650" y="1003129"/>
            <a:ext cx="8689510" cy="2910487"/>
            <a:chOff x="197650" y="1003129"/>
            <a:chExt cx="8689510" cy="2910487"/>
          </a:xfrm>
        </p:grpSpPr>
        <p:sp>
          <p:nvSpPr>
            <p:cNvPr id="229" name="Google Shape;229;p31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31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1" name="Google Shape;231;p31"/>
          <p:cNvGrpSpPr/>
          <p:nvPr/>
        </p:nvGrpSpPr>
        <p:grpSpPr>
          <a:xfrm>
            <a:off x="-30950" y="-166792"/>
            <a:ext cx="9501942" cy="5231668"/>
            <a:chOff x="-30950" y="-166792"/>
            <a:chExt cx="9501942" cy="5231668"/>
          </a:xfrm>
        </p:grpSpPr>
        <p:grpSp>
          <p:nvGrpSpPr>
            <p:cNvPr id="232" name="Google Shape;232;p31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3" cy="1266614"/>
            </a:xfrm>
          </p:grpSpPr>
          <p:sp>
            <p:nvSpPr>
              <p:cNvPr id="233" name="Google Shape;233;p31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31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31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236" name="Google Shape;236;p31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7" name="Google Shape;237;p31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8" name="Google Shape;238;p31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9" name="Google Shape;239;p31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0" name="Google Shape;240;p31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41" name="Google Shape;241;p31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2" name="Google Shape;242;p31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43" name="Google Shape;243;p3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32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32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32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258" name="Google Shape;258;p32"/>
          <p:cNvGrpSpPr/>
          <p:nvPr/>
        </p:nvGrpSpPr>
        <p:grpSpPr>
          <a:xfrm>
            <a:off x="-173589" y="2054902"/>
            <a:ext cx="8977957" cy="875138"/>
            <a:chOff x="-173589" y="2054902"/>
            <a:chExt cx="8977957" cy="875138"/>
          </a:xfrm>
        </p:grpSpPr>
        <p:sp>
          <p:nvSpPr>
            <p:cNvPr id="259" name="Google Shape;259;p32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32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1" name="Google Shape;261;p32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262" name="Google Shape;262;p3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3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64" name="Google Shape;264;p32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265" name="Google Shape;265;p32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32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7" name="Google Shape;267;p32"/>
          <p:cNvGrpSpPr/>
          <p:nvPr/>
        </p:nvGrpSpPr>
        <p:grpSpPr>
          <a:xfrm>
            <a:off x="-418722" y="-549400"/>
            <a:ext cx="9906876" cy="5811597"/>
            <a:chOff x="-418722" y="-549400"/>
            <a:chExt cx="9906876" cy="5811597"/>
          </a:xfrm>
        </p:grpSpPr>
        <p:grpSp>
          <p:nvGrpSpPr>
            <p:cNvPr id="268" name="Google Shape;268;p32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3" cy="1266614"/>
            </a:xfrm>
          </p:grpSpPr>
          <p:sp>
            <p:nvSpPr>
              <p:cNvPr id="269" name="Google Shape;269;p3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3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32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272" name="Google Shape;272;p3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3" name="Google Shape;273;p3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4" name="Google Shape;274;p3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5" name="Google Shape;275;p3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6" name="Google Shape;276;p3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277" name="Google Shape;277;p32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78" name="Google Shape;278;p32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79" name="Google Shape;279;p3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82" name="Google Shape;282;p33"/>
          <p:cNvGrpSpPr/>
          <p:nvPr/>
        </p:nvGrpSpPr>
        <p:grpSpPr>
          <a:xfrm>
            <a:off x="-918335" y="-1192757"/>
            <a:ext cx="9848841" cy="7993544"/>
            <a:chOff x="-918335" y="-1192756"/>
            <a:chExt cx="9848841" cy="7993544"/>
          </a:xfrm>
        </p:grpSpPr>
        <p:grpSp>
          <p:nvGrpSpPr>
            <p:cNvPr id="283" name="Google Shape;283;p33"/>
            <p:cNvGrpSpPr/>
            <p:nvPr/>
          </p:nvGrpSpPr>
          <p:grpSpPr>
            <a:xfrm rot="5400000" flipH="1">
              <a:off x="-385152" y="4070827"/>
              <a:ext cx="2196777" cy="3263144"/>
              <a:chOff x="308728" y="2619343"/>
              <a:chExt cx="2007289" cy="2981400"/>
            </a:xfrm>
          </p:grpSpPr>
          <p:cxnSp>
            <p:nvCxnSpPr>
              <p:cNvPr id="284" name="Google Shape;284;p33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5" name="Google Shape;285;p33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86" name="Google Shape;286;p33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7" name="Google Shape;287;p33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288" name="Google Shape;288;p33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3" cy="1266614"/>
              </a:xfrm>
            </p:grpSpPr>
            <p:sp>
              <p:nvSpPr>
                <p:cNvPr id="289" name="Google Shape;289;p33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" name="Google Shape;290;p33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91" name="Google Shape;291;p33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292" name="Google Shape;292;p33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293" name="Google Shape;293;p3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4" name="Google Shape;294;p3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5" name="Google Shape;295;p3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6" name="Google Shape;296;p3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7" name="Google Shape;297;p3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298" name="Google Shape;298;p33"/>
          <p:cNvGrpSpPr/>
          <p:nvPr/>
        </p:nvGrpSpPr>
        <p:grpSpPr>
          <a:xfrm>
            <a:off x="302565" y="1262597"/>
            <a:ext cx="9110252" cy="3563616"/>
            <a:chOff x="302565" y="1262597"/>
            <a:chExt cx="9110252" cy="3563616"/>
          </a:xfrm>
        </p:grpSpPr>
        <p:grpSp>
          <p:nvGrpSpPr>
            <p:cNvPr id="299" name="Google Shape;299;p33"/>
            <p:cNvGrpSpPr/>
            <p:nvPr/>
          </p:nvGrpSpPr>
          <p:grpSpPr>
            <a:xfrm rot="5400000">
              <a:off x="-153826" y="4122543"/>
              <a:ext cx="1160061" cy="247279"/>
              <a:chOff x="8000023" y="2164543"/>
              <a:chExt cx="1160061" cy="247279"/>
            </a:xfrm>
          </p:grpSpPr>
          <p:sp>
            <p:nvSpPr>
              <p:cNvPr id="300" name="Google Shape;300;p33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33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2" name="Google Shape;302;p33"/>
            <p:cNvGrpSpPr/>
            <p:nvPr/>
          </p:nvGrpSpPr>
          <p:grpSpPr>
            <a:xfrm>
              <a:off x="8578107" y="1262597"/>
              <a:ext cx="834710" cy="226937"/>
              <a:chOff x="8541257" y="2281497"/>
              <a:chExt cx="834710" cy="226937"/>
            </a:xfrm>
          </p:grpSpPr>
          <p:sp>
            <p:nvSpPr>
              <p:cNvPr id="303" name="Google Shape;303;p33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33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5" name="Google Shape;305;p33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306" name="Google Shape;306;p33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3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" name="Google Shape;308;p3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11" name="Google Shape;311;p34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312" name="Google Shape;312;p34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4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34"/>
          <p:cNvGrpSpPr/>
          <p:nvPr/>
        </p:nvGrpSpPr>
        <p:grpSpPr>
          <a:xfrm>
            <a:off x="1588038" y="2433589"/>
            <a:ext cx="7438818" cy="2528056"/>
            <a:chOff x="1588038" y="2433589"/>
            <a:chExt cx="7438818" cy="2528056"/>
          </a:xfrm>
        </p:grpSpPr>
        <p:grpSp>
          <p:nvGrpSpPr>
            <p:cNvPr id="315" name="Google Shape;315;p34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316" name="Google Shape;316;p34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34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34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319" name="Google Shape;319;p34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34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1" name="Google Shape;321;p3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34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323" name="Google Shape;323;p34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324" name="Google Shape;324;p34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sp>
            <p:nvSpPr>
              <p:cNvPr id="325" name="Google Shape;325;p34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  <p:grpSp>
            <p:nvGrpSpPr>
              <p:cNvPr id="326" name="Google Shape;326;p34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327" name="Google Shape;327;p34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28" name="Google Shape;328;p34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29" name="Google Shape;329;p34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30" name="Google Shape;330;p34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31" name="Google Shape;331;p34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332" name="Google Shape;332;p34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3" cy="1266614"/>
            </a:xfrm>
          </p:grpSpPr>
          <p:sp>
            <p:nvSpPr>
              <p:cNvPr id="333" name="Google Shape;333;p3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3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37" name="Google Shape;337;p35"/>
          <p:cNvGrpSpPr/>
          <p:nvPr/>
        </p:nvGrpSpPr>
        <p:grpSpPr>
          <a:xfrm>
            <a:off x="-116589" y="2639527"/>
            <a:ext cx="8996157" cy="1843388"/>
            <a:chOff x="-116589" y="2639527"/>
            <a:chExt cx="8996157" cy="1843388"/>
          </a:xfrm>
        </p:grpSpPr>
        <p:sp>
          <p:nvSpPr>
            <p:cNvPr id="338" name="Google Shape;338;p35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" name="Google Shape;340;p35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341" name="Google Shape;341;p3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3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3" name="Google Shape;343;p35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344" name="Google Shape;344;p35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5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35"/>
          <p:cNvGrpSpPr/>
          <p:nvPr/>
        </p:nvGrpSpPr>
        <p:grpSpPr>
          <a:xfrm>
            <a:off x="-1381309" y="-1875175"/>
            <a:ext cx="10981145" cy="7138446"/>
            <a:chOff x="-1381309" y="-1875175"/>
            <a:chExt cx="10981145" cy="7138446"/>
          </a:xfrm>
        </p:grpSpPr>
        <p:sp>
          <p:nvSpPr>
            <p:cNvPr id="347" name="Google Shape;347;p35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348" name="Google Shape;348;p35"/>
            <p:cNvGrpSpPr/>
            <p:nvPr/>
          </p:nvGrpSpPr>
          <p:grpSpPr>
            <a:xfrm>
              <a:off x="8229051" y="-1875175"/>
              <a:ext cx="1370785" cy="4060575"/>
              <a:chOff x="8229051" y="-1875175"/>
              <a:chExt cx="1370785" cy="4060575"/>
            </a:xfrm>
          </p:grpSpPr>
          <p:grpSp>
            <p:nvGrpSpPr>
              <p:cNvPr id="349" name="Google Shape;349;p35"/>
              <p:cNvGrpSpPr/>
              <p:nvPr/>
            </p:nvGrpSpPr>
            <p:grpSpPr>
              <a:xfrm>
                <a:off x="8229051" y="-1875175"/>
                <a:ext cx="914953" cy="4060575"/>
                <a:chOff x="8229051" y="-1875175"/>
                <a:chExt cx="914953" cy="4060575"/>
              </a:xfrm>
            </p:grpSpPr>
            <p:grpSp>
              <p:nvGrpSpPr>
                <p:cNvPr id="350" name="Google Shape;350;p35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3" cy="1266614"/>
                </a:xfrm>
              </p:grpSpPr>
              <p:sp>
                <p:nvSpPr>
                  <p:cNvPr id="351" name="Google Shape;351;p35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35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53" name="Google Shape;353;p35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</p:grpSp>
          <p:grpSp>
            <p:nvGrpSpPr>
              <p:cNvPr id="354" name="Google Shape;354;p35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355" name="Google Shape;355;p35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56" name="Google Shape;356;p35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57" name="Google Shape;357;p35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58" name="Google Shape;358;p35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59" name="Google Shape;359;p35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sp>
        <p:nvSpPr>
          <p:cNvPr id="360" name="Google Shape;360;p3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36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64" name="Google Shape;364;p36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8"/>
          </a:xfrm>
        </p:grpSpPr>
        <p:cxnSp>
          <p:nvCxnSpPr>
            <p:cNvPr id="365" name="Google Shape;365;p36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6" name="Google Shape;366;p36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7" name="Google Shape;367;p36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8" name="Google Shape;368;p36"/>
          <p:cNvGrpSpPr/>
          <p:nvPr/>
        </p:nvGrpSpPr>
        <p:grpSpPr>
          <a:xfrm>
            <a:off x="6485555" y="4129788"/>
            <a:ext cx="269696" cy="1209439"/>
            <a:chOff x="6933883" y="3613321"/>
            <a:chExt cx="269696" cy="1209439"/>
          </a:xfrm>
        </p:grpSpPr>
        <p:sp>
          <p:nvSpPr>
            <p:cNvPr id="369" name="Google Shape;369;p36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6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3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74" name="Google Shape;374;p37"/>
          <p:cNvGrpSpPr/>
          <p:nvPr/>
        </p:nvGrpSpPr>
        <p:grpSpPr>
          <a:xfrm rot="10800000">
            <a:off x="7395131" y="2150405"/>
            <a:ext cx="2855469" cy="3872400"/>
            <a:chOff x="1857762" y="2762827"/>
            <a:chExt cx="2855469" cy="3872400"/>
          </a:xfrm>
        </p:grpSpPr>
        <p:cxnSp>
          <p:nvCxnSpPr>
            <p:cNvPr id="375" name="Google Shape;375;p37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6" name="Google Shape;376;p37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7" name="Google Shape;377;p37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37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379" name="Google Shape;379;p37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7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37"/>
          <p:cNvGrpSpPr/>
          <p:nvPr/>
        </p:nvGrpSpPr>
        <p:grpSpPr>
          <a:xfrm>
            <a:off x="-3151463" y="-3408102"/>
            <a:ext cx="11831667" cy="9065208"/>
            <a:chOff x="-3151463" y="-3408102"/>
            <a:chExt cx="11831667" cy="9065208"/>
          </a:xfrm>
        </p:grpSpPr>
        <p:grpSp>
          <p:nvGrpSpPr>
            <p:cNvPr id="382" name="Google Shape;382;p37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383" name="Google Shape;383;p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4" name="Google Shape;384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5" name="Google Shape;385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6" name="Google Shape;386;p37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387" name="Google Shape;387;p37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88" name="Google Shape;388;p37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389" name="Google Shape;389;p37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37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391" name="Google Shape;391;p37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2" name="Google Shape;392;p37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3" name="Google Shape;393;p37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4" name="Google Shape;394;p37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5" name="Google Shape;395;p37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6" name="Google Shape;396;p3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7" name="Google Shape;397;p3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8" name="Google Shape;398;p3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99" name="Google Shape;399;p3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00" name="Google Shape;400;p3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01" name="Google Shape;401;p37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402" name="Google Shape;402;p37"/>
          <p:cNvGrpSpPr/>
          <p:nvPr/>
        </p:nvGrpSpPr>
        <p:grpSpPr>
          <a:xfrm>
            <a:off x="547096" y="974375"/>
            <a:ext cx="9244447" cy="3848385"/>
            <a:chOff x="547096" y="974375"/>
            <a:chExt cx="9244447" cy="3848385"/>
          </a:xfrm>
        </p:grpSpPr>
        <p:grpSp>
          <p:nvGrpSpPr>
            <p:cNvPr id="403" name="Google Shape;403;p37"/>
            <p:cNvGrpSpPr/>
            <p:nvPr/>
          </p:nvGrpSpPr>
          <p:grpSpPr>
            <a:xfrm>
              <a:off x="547096" y="3571493"/>
              <a:ext cx="9010768" cy="1251267"/>
              <a:chOff x="547096" y="3571493"/>
              <a:chExt cx="9010768" cy="1251267"/>
            </a:xfrm>
          </p:grpSpPr>
          <p:grpSp>
            <p:nvGrpSpPr>
              <p:cNvPr id="404" name="Google Shape;404;p37"/>
              <p:cNvGrpSpPr/>
              <p:nvPr/>
            </p:nvGrpSpPr>
            <p:grpSpPr>
              <a:xfrm>
                <a:off x="547096" y="36133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405" name="Google Shape;405;p37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37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37"/>
              <p:cNvGrpSpPr/>
              <p:nvPr/>
            </p:nvGrpSpPr>
            <p:grpSpPr>
              <a:xfrm rot="5400000">
                <a:off x="8818297" y="3101621"/>
                <a:ext cx="269695" cy="1209439"/>
                <a:chOff x="803996" y="3613321"/>
                <a:chExt cx="269695" cy="1209439"/>
              </a:xfrm>
            </p:grpSpPr>
            <p:sp>
              <p:nvSpPr>
                <p:cNvPr id="408" name="Google Shape;408;p37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37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0" name="Google Shape;410;p37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411" name="Google Shape;411;p37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37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38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16" name="Google Shape;416;p38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38"/>
          <p:cNvGrpSpPr/>
          <p:nvPr/>
        </p:nvGrpSpPr>
        <p:grpSpPr>
          <a:xfrm>
            <a:off x="-2757425" y="-2776080"/>
            <a:ext cx="12134201" cy="9442910"/>
            <a:chOff x="-2757425" y="-2776080"/>
            <a:chExt cx="12134201" cy="9442910"/>
          </a:xfrm>
        </p:grpSpPr>
        <p:grpSp>
          <p:nvGrpSpPr>
            <p:cNvPr id="418" name="Google Shape;418;p38"/>
            <p:cNvGrpSpPr/>
            <p:nvPr/>
          </p:nvGrpSpPr>
          <p:grpSpPr>
            <a:xfrm rot="-5400000" flipH="1">
              <a:off x="-325952" y="151466"/>
              <a:ext cx="2855469" cy="3872400"/>
              <a:chOff x="1857762" y="2762827"/>
              <a:chExt cx="2855469" cy="3872400"/>
            </a:xfrm>
          </p:grpSpPr>
          <p:cxnSp>
            <p:nvCxnSpPr>
              <p:cNvPr id="419" name="Google Shape;419;p38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0" name="Google Shape;420;p38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1" name="Google Shape;421;p38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" name="Google Shape;422;p38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423" name="Google Shape;423;p3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4" name="Google Shape;424;p3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5" name="Google Shape;425;p3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6" name="Google Shape;426;p38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427" name="Google Shape;427;p3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28" name="Google Shape;428;p3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9" name="Google Shape;429;p3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0" name="Google Shape;430;p38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431" name="Google Shape;431;p3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2" name="Google Shape;432;p3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3" name="Google Shape;433;p3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4" name="Google Shape;434;p3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5" name="Google Shape;435;p3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6" name="Google Shape;436;p3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7" name="Google Shape;437;p3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8" name="Google Shape;438;p3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39" name="Google Shape;439;p3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40" name="Google Shape;440;p3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441" name="Google Shape;441;p38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grpSp>
        <p:nvGrpSpPr>
          <p:cNvPr id="442" name="Google Shape;442;p38"/>
          <p:cNvGrpSpPr/>
          <p:nvPr/>
        </p:nvGrpSpPr>
        <p:grpSpPr>
          <a:xfrm>
            <a:off x="-157525" y="1684573"/>
            <a:ext cx="8689056" cy="440880"/>
            <a:chOff x="-157525" y="1684573"/>
            <a:chExt cx="8689056" cy="440880"/>
          </a:xfrm>
        </p:grpSpPr>
        <p:sp>
          <p:nvSpPr>
            <p:cNvPr id="443" name="Google Shape;443;p38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8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5" name="Google Shape;445;p38"/>
          <p:cNvGrpSpPr/>
          <p:nvPr/>
        </p:nvGrpSpPr>
        <p:grpSpPr>
          <a:xfrm>
            <a:off x="-350826" y="649496"/>
            <a:ext cx="9280380" cy="5170922"/>
            <a:chOff x="-350826" y="649496"/>
            <a:chExt cx="9280380" cy="5170922"/>
          </a:xfrm>
        </p:grpSpPr>
        <p:grpSp>
          <p:nvGrpSpPr>
            <p:cNvPr id="446" name="Google Shape;446;p38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447" name="Google Shape;447;p38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38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38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38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1" name="Google Shape;451;p38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452" name="Google Shape;452;p3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3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9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56" name="Google Shape;456;p39"/>
          <p:cNvGrpSpPr/>
          <p:nvPr/>
        </p:nvGrpSpPr>
        <p:grpSpPr>
          <a:xfrm>
            <a:off x="-530043" y="-2869459"/>
            <a:ext cx="9459678" cy="5795405"/>
            <a:chOff x="-530043" y="-2869459"/>
            <a:chExt cx="9459678" cy="5795405"/>
          </a:xfrm>
        </p:grpSpPr>
        <p:grpSp>
          <p:nvGrpSpPr>
            <p:cNvPr id="457" name="Google Shape;457;p39"/>
            <p:cNvGrpSpPr/>
            <p:nvPr/>
          </p:nvGrpSpPr>
          <p:grpSpPr>
            <a:xfrm>
              <a:off x="-530043" y="-946454"/>
              <a:ext cx="2550619" cy="3872400"/>
              <a:chOff x="1857762" y="2762827"/>
              <a:chExt cx="2550619" cy="3872400"/>
            </a:xfrm>
          </p:grpSpPr>
          <p:cxnSp>
            <p:nvCxnSpPr>
              <p:cNvPr id="458" name="Google Shape;458;p3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59" name="Google Shape;459;p39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60" name="Google Shape;460;p39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39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462" name="Google Shape;462;p3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3" name="Google Shape;463;p3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4" name="Google Shape;464;p3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5" name="Google Shape;465;p3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6" name="Google Shape;466;p3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7" name="Google Shape;467;p3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8" name="Google Shape;468;p3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69" name="Google Shape;469;p3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0" name="Google Shape;470;p3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71" name="Google Shape;471;p3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72" name="Google Shape;472;p39"/>
            <p:cNvGrpSpPr/>
            <p:nvPr/>
          </p:nvGrpSpPr>
          <p:grpSpPr>
            <a:xfrm>
              <a:off x="8248398" y="-1632737"/>
              <a:ext cx="681236" cy="3360485"/>
              <a:chOff x="8248398" y="-1632737"/>
              <a:chExt cx="681236" cy="3360485"/>
            </a:xfrm>
          </p:grpSpPr>
          <p:grpSp>
            <p:nvGrpSpPr>
              <p:cNvPr id="473" name="Google Shape;473;p39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474" name="Google Shape;474;p3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475" name="Google Shape;475;p3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476" name="Google Shape;476;p3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77" name="Google Shape;477;p39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3" cy="1266614"/>
              </a:xfrm>
            </p:grpSpPr>
            <p:sp>
              <p:nvSpPr>
                <p:cNvPr id="478" name="Google Shape;478;p39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39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80" name="Google Shape;480;p39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481" name="Google Shape;481;p39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9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3" name="Google Shape;483;p39"/>
          <p:cNvGrpSpPr/>
          <p:nvPr/>
        </p:nvGrpSpPr>
        <p:grpSpPr>
          <a:xfrm>
            <a:off x="-201760" y="1366772"/>
            <a:ext cx="9923303" cy="3117921"/>
            <a:chOff x="-201760" y="1366772"/>
            <a:chExt cx="9923303" cy="3117921"/>
          </a:xfrm>
        </p:grpSpPr>
        <p:grpSp>
          <p:nvGrpSpPr>
            <p:cNvPr id="484" name="Google Shape;484;p39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485" name="Google Shape;485;p3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3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7" name="Google Shape;487;p39"/>
            <p:cNvGrpSpPr/>
            <p:nvPr/>
          </p:nvGrpSpPr>
          <p:grpSpPr>
            <a:xfrm flipH="1">
              <a:off x="8674231" y="1727755"/>
              <a:ext cx="247278" cy="1160061"/>
              <a:chOff x="1463894" y="1434556"/>
              <a:chExt cx="247278" cy="1160061"/>
            </a:xfrm>
          </p:grpSpPr>
          <p:sp>
            <p:nvSpPr>
              <p:cNvPr id="488" name="Google Shape;488;p3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3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0" name="Google Shape;490;p39"/>
            <p:cNvGrpSpPr/>
            <p:nvPr/>
          </p:nvGrpSpPr>
          <p:grpSpPr>
            <a:xfrm rot="5400000" flipH="1">
              <a:off x="254632" y="910381"/>
              <a:ext cx="247278" cy="1160061"/>
              <a:chOff x="1463894" y="1434556"/>
              <a:chExt cx="247278" cy="1160061"/>
            </a:xfrm>
          </p:grpSpPr>
          <p:sp>
            <p:nvSpPr>
              <p:cNvPr id="491" name="Google Shape;491;p3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3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0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5" name="Google Shape;495;p40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96" name="Google Shape;496;p40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497" name="Google Shape;497;p40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40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" name="Google Shape;499;p40"/>
          <p:cNvGrpSpPr/>
          <p:nvPr/>
        </p:nvGrpSpPr>
        <p:grpSpPr>
          <a:xfrm>
            <a:off x="1123153" y="-134519"/>
            <a:ext cx="5670106" cy="5849862"/>
            <a:chOff x="1123153" y="-134519"/>
            <a:chExt cx="5670106" cy="5849862"/>
          </a:xfrm>
        </p:grpSpPr>
        <p:grpSp>
          <p:nvGrpSpPr>
            <p:cNvPr id="500" name="Google Shape;500;p40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501" name="Google Shape;501;p40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02" name="Google Shape;502;p40"/>
              <p:cNvGrpSpPr/>
              <p:nvPr/>
            </p:nvGrpSpPr>
            <p:grpSpPr>
              <a:xfrm>
                <a:off x="5633198" y="4650743"/>
                <a:ext cx="1160061" cy="247279"/>
                <a:chOff x="8208698" y="2109318"/>
                <a:chExt cx="1160061" cy="247279"/>
              </a:xfrm>
            </p:grpSpPr>
            <p:sp>
              <p:nvSpPr>
                <p:cNvPr id="503" name="Google Shape;503;p40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p40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05" name="Google Shape;505;p40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506" name="Google Shape;506;p4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4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8" name="Google Shape;508;p40"/>
          <p:cNvGrpSpPr/>
          <p:nvPr/>
        </p:nvGrpSpPr>
        <p:grpSpPr>
          <a:xfrm>
            <a:off x="575287" y="-1805003"/>
            <a:ext cx="9569624" cy="9389960"/>
            <a:chOff x="575287" y="-1805003"/>
            <a:chExt cx="9569624" cy="9389960"/>
          </a:xfrm>
        </p:grpSpPr>
        <p:grpSp>
          <p:nvGrpSpPr>
            <p:cNvPr id="509" name="Google Shape;509;p40"/>
            <p:cNvGrpSpPr/>
            <p:nvPr/>
          </p:nvGrpSpPr>
          <p:grpSpPr>
            <a:xfrm>
              <a:off x="575287" y="-1805003"/>
              <a:ext cx="9569624" cy="7775529"/>
              <a:chOff x="575287" y="-1805003"/>
              <a:chExt cx="9569624" cy="7775529"/>
            </a:xfrm>
          </p:grpSpPr>
          <p:grpSp>
            <p:nvGrpSpPr>
              <p:cNvPr id="510" name="Google Shape;510;p40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511" name="Google Shape;511;p40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12" name="Google Shape;512;p40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13" name="Google Shape;513;p40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4" name="Google Shape;514;p40"/>
              <p:cNvGrpSpPr/>
              <p:nvPr/>
            </p:nvGrpSpPr>
            <p:grpSpPr>
              <a:xfrm rot="5400000" flipH="1">
                <a:off x="6933401" y="2759016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515" name="Google Shape;515;p40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16" name="Google Shape;516;p40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17" name="Google Shape;517;p40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8" name="Google Shape;518;p40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3" cy="1266614"/>
              </a:xfrm>
            </p:grpSpPr>
            <p:sp>
              <p:nvSpPr>
                <p:cNvPr id="519" name="Google Shape;519;p4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0" name="Google Shape;520;p4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21" name="Google Shape;521;p40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522" name="Google Shape;522;p40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23" name="Google Shape;523;p40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24" name="Google Shape;524;p40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42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529" name="Google Shape;529;p42"/>
          <p:cNvGrpSpPr/>
          <p:nvPr/>
        </p:nvGrpSpPr>
        <p:grpSpPr>
          <a:xfrm>
            <a:off x="248963" y="1017730"/>
            <a:ext cx="8980468" cy="3860779"/>
            <a:chOff x="248963" y="1017730"/>
            <a:chExt cx="8980468" cy="3860779"/>
          </a:xfrm>
        </p:grpSpPr>
        <p:sp>
          <p:nvSpPr>
            <p:cNvPr id="530" name="Google Shape;530;p42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2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2" name="Google Shape;532;p42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533" name="Google Shape;533;p42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4" name="Google Shape;534;p42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5" name="Google Shape;535;p42"/>
          <p:cNvGrpSpPr/>
          <p:nvPr/>
        </p:nvGrpSpPr>
        <p:grpSpPr>
          <a:xfrm>
            <a:off x="250498" y="1721188"/>
            <a:ext cx="8259949" cy="2990485"/>
            <a:chOff x="250498" y="1721188"/>
            <a:chExt cx="8259949" cy="2990485"/>
          </a:xfrm>
        </p:grpSpPr>
        <p:sp>
          <p:nvSpPr>
            <p:cNvPr id="536" name="Google Shape;536;p42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2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42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539" name="Google Shape;539;p42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540" name="Google Shape;540;p42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3" cy="1266614"/>
            </a:xfrm>
          </p:grpSpPr>
          <p:sp>
            <p:nvSpPr>
              <p:cNvPr id="541" name="Google Shape;541;p4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4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3" name="Google Shape;543;p42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544" name="Google Shape;544;p42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545" name="Google Shape;545;p42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6" name="Google Shape;546;p42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p42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p42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p42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550" name="Google Shape;550;p42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 txBox="1">
            <a:spLocks noGrp="1"/>
          </p:cNvSpPr>
          <p:nvPr>
            <p:ph type="title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553" name="Google Shape;553;p43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4" name="Google Shape;554;p43"/>
          <p:cNvSpPr txBox="1">
            <a:spLocks noGrp="1"/>
          </p:cNvSpPr>
          <p:nvPr>
            <p:ph type="title" idx="2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555" name="Google Shape;555;p43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6" name="Google Shape;556;p43"/>
          <p:cNvSpPr txBox="1">
            <a:spLocks noGrp="1"/>
          </p:cNvSpPr>
          <p:nvPr>
            <p:ph type="title" idx="4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557" name="Google Shape;557;p43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8" name="Google Shape;558;p43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9" name="Google Shape;559;p43"/>
          <p:cNvGrpSpPr/>
          <p:nvPr/>
        </p:nvGrpSpPr>
        <p:grpSpPr>
          <a:xfrm>
            <a:off x="-739800" y="415860"/>
            <a:ext cx="10142602" cy="2150258"/>
            <a:chOff x="-739800" y="415860"/>
            <a:chExt cx="10142602" cy="2150258"/>
          </a:xfrm>
        </p:grpSpPr>
        <p:grpSp>
          <p:nvGrpSpPr>
            <p:cNvPr id="560" name="Google Shape;560;p43"/>
            <p:cNvGrpSpPr/>
            <p:nvPr/>
          </p:nvGrpSpPr>
          <p:grpSpPr>
            <a:xfrm rot="5400000">
              <a:off x="8699133" y="-40531"/>
              <a:ext cx="247278" cy="1160061"/>
              <a:chOff x="1463894" y="1434556"/>
              <a:chExt cx="247278" cy="1160061"/>
            </a:xfrm>
          </p:grpSpPr>
          <p:sp>
            <p:nvSpPr>
              <p:cNvPr id="561" name="Google Shape;561;p43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43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3" name="Google Shape;563;p43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64" name="Google Shape;564;p4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4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6" name="Google Shape;566;p43"/>
          <p:cNvGrpSpPr/>
          <p:nvPr/>
        </p:nvGrpSpPr>
        <p:grpSpPr>
          <a:xfrm>
            <a:off x="-1340979" y="-3183302"/>
            <a:ext cx="10223939" cy="10252965"/>
            <a:chOff x="-1340979" y="-3183302"/>
            <a:chExt cx="10223939" cy="10252965"/>
          </a:xfrm>
        </p:grpSpPr>
        <p:grpSp>
          <p:nvGrpSpPr>
            <p:cNvPr id="567" name="Google Shape;567;p43"/>
            <p:cNvGrpSpPr/>
            <p:nvPr/>
          </p:nvGrpSpPr>
          <p:grpSpPr>
            <a:xfrm>
              <a:off x="1836073" y="2152995"/>
              <a:ext cx="7046887" cy="4916668"/>
              <a:chOff x="1836073" y="2152995"/>
              <a:chExt cx="7046887" cy="4916668"/>
            </a:xfrm>
          </p:grpSpPr>
          <p:grpSp>
            <p:nvGrpSpPr>
              <p:cNvPr id="568" name="Google Shape;568;p43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69" name="Google Shape;569;p43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70" name="Google Shape;570;p43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71" name="Google Shape;571;p43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72" name="Google Shape;572;p43"/>
              <p:cNvGrpSpPr/>
              <p:nvPr/>
            </p:nvGrpSpPr>
            <p:grpSpPr>
              <a:xfrm rot="5400000" flipH="1">
                <a:off x="2496963" y="3858153"/>
                <a:ext cx="2550619" cy="3872400"/>
                <a:chOff x="1857762" y="2762827"/>
                <a:chExt cx="2550619" cy="3872400"/>
              </a:xfrm>
            </p:grpSpPr>
            <p:cxnSp>
              <p:nvCxnSpPr>
                <p:cNvPr id="573" name="Google Shape;573;p43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574" name="Google Shape;574;p43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575" name="Google Shape;575;p43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76" name="Google Shape;576;p43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577" name="Google Shape;577;p43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3" cy="1266614"/>
            </a:xfrm>
          </p:grpSpPr>
          <p:sp>
            <p:nvSpPr>
              <p:cNvPr id="578" name="Google Shape;578;p4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4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43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81" name="Google Shape;581;p43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2" name="Google Shape;582;p43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3" name="Google Shape;583;p43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4" name="Google Shape;584;p43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5" name="Google Shape;585;p43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6" name="Google Shape;586;p4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7" name="Google Shape;587;p4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8" name="Google Shape;588;p4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89" name="Google Shape;589;p4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90" name="Google Shape;590;p4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4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44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44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i="0" u="sng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i="0" u="sng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i="0" u="sng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sng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44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6" name="Google Shape;596;p44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44"/>
            <p:cNvGrpSpPr/>
            <p:nvPr/>
          </p:nvGrpSpPr>
          <p:grpSpPr>
            <a:xfrm rot="5400000">
              <a:off x="6576233" y="-80606"/>
              <a:ext cx="247278" cy="1160061"/>
              <a:chOff x="1463894" y="1434556"/>
              <a:chExt cx="247278" cy="1160061"/>
            </a:xfrm>
          </p:grpSpPr>
          <p:sp>
            <p:nvSpPr>
              <p:cNvPr id="598" name="Google Shape;598;p44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44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0" name="Google Shape;600;p44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44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2" name="Google Shape;602;p44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45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45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5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7" name="Google Shape;607;p45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4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4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10" name="Google Shape;610;p45"/>
          <p:cNvGrpSpPr/>
          <p:nvPr/>
        </p:nvGrpSpPr>
        <p:grpSpPr>
          <a:xfrm>
            <a:off x="-796767" y="-1090157"/>
            <a:ext cx="11445399" cy="6549695"/>
            <a:chOff x="-796766" y="-1090157"/>
            <a:chExt cx="11445399" cy="6549695"/>
          </a:xfrm>
        </p:grpSpPr>
        <p:sp>
          <p:nvSpPr>
            <p:cNvPr id="611" name="Google Shape;611;p45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612" name="Google Shape;612;p45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3" cy="1266614"/>
            </a:xfrm>
          </p:grpSpPr>
          <p:sp>
            <p:nvSpPr>
              <p:cNvPr id="613" name="Google Shape;613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5" name="Google Shape;615;p45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616" name="Google Shape;616;p45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3" cy="1266614"/>
            </a:xfrm>
          </p:grpSpPr>
          <p:sp>
            <p:nvSpPr>
              <p:cNvPr id="617" name="Google Shape;617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9" name="Google Shape;619;p45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4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1" name="Google Shape;621;p4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2" name="Google Shape;622;p4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3" name="Google Shape;623;p4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24" name="Google Shape;624;p4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625" name="Google Shape;625;p45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45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5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8" name="Google Shape;628;p4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46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4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3" name="Google Shape;633;p4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4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4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6" name="Google Shape;636;p46"/>
          <p:cNvGrpSpPr/>
          <p:nvPr/>
        </p:nvGrpSpPr>
        <p:grpSpPr>
          <a:xfrm>
            <a:off x="315625" y="1279781"/>
            <a:ext cx="8602485" cy="1562435"/>
            <a:chOff x="174750" y="1380581"/>
            <a:chExt cx="8602485" cy="1562435"/>
          </a:xfrm>
        </p:grpSpPr>
        <p:sp>
          <p:nvSpPr>
            <p:cNvPr id="637" name="Google Shape;637;p4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46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9" name="Google Shape;639;p46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46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3" cy="1266614"/>
            </a:xfrm>
          </p:grpSpPr>
          <p:sp>
            <p:nvSpPr>
              <p:cNvPr id="641" name="Google Shape;641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3" name="Google Shape;643;p4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4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5" name="Google Shape;645;p4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6" name="Google Shape;646;p4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7" name="Google Shape;647;p4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648" name="Google Shape;648;p4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sp>
          <p:nvSpPr>
            <p:cNvPr id="649" name="Google Shape;649;p4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650" name="Google Shape;650;p46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651" name="Google Shape;651;p4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"/>
          <p:cNvSpPr txBox="1">
            <a:spLocks noGrp="1"/>
          </p:cNvSpPr>
          <p:nvPr>
            <p:ph type="ctrTitle"/>
          </p:nvPr>
        </p:nvSpPr>
        <p:spPr>
          <a:xfrm>
            <a:off x="924150" y="1968579"/>
            <a:ext cx="4384800" cy="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OFFICIAL EVENT</a:t>
            </a:r>
            <a:endParaRPr/>
          </a:p>
        </p:txBody>
      </p:sp>
      <p:sp>
        <p:nvSpPr>
          <p:cNvPr id="657" name="Google Shape;657;p1"/>
          <p:cNvSpPr/>
          <p:nvPr/>
        </p:nvSpPr>
        <p:spPr>
          <a:xfrm rot="-5400000">
            <a:off x="419500" y="2161619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8" name="Google Shape;658;p1"/>
          <p:cNvGrpSpPr/>
          <p:nvPr/>
        </p:nvGrpSpPr>
        <p:grpSpPr>
          <a:xfrm rot="10800000" flipH="1">
            <a:off x="901217" y="-1722443"/>
            <a:ext cx="2855469" cy="3872400"/>
            <a:chOff x="1857762" y="2762827"/>
            <a:chExt cx="2855469" cy="3872400"/>
          </a:xfrm>
        </p:grpSpPr>
        <p:cxnSp>
          <p:nvCxnSpPr>
            <p:cNvPr id="659" name="Google Shape;659;p1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0" name="Google Shape;660;p1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61" name="Google Shape;661;p1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2" name="Google Shape;662;p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3" name="Google Shape;663;p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64" name="Google Shape;664;p1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665" name="Google Shape;665;p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6" name="Google Shape;6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536" y="615433"/>
            <a:ext cx="695225" cy="6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9944" y="2671471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"/>
          <p:cNvSpPr txBox="1">
            <a:spLocks noGrp="1"/>
          </p:cNvSpPr>
          <p:nvPr>
            <p:ph type="ctrTitle"/>
          </p:nvPr>
        </p:nvSpPr>
        <p:spPr>
          <a:xfrm>
            <a:off x="987654" y="3202812"/>
            <a:ext cx="43848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400">
                <a:solidFill>
                  <a:schemeClr val="lt1"/>
                </a:solidFill>
              </a:rPr>
              <a:t>Parameter— Parameter Vector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"/>
          <p:cNvSpPr txBox="1">
            <a:spLocks noGrp="1"/>
          </p:cNvSpPr>
          <p:nvPr>
            <p:ph type="subTitle" idx="8"/>
          </p:nvPr>
        </p:nvSpPr>
        <p:spPr>
          <a:xfrm>
            <a:off x="4010952" y="1769025"/>
            <a:ext cx="42918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</a:pPr>
            <a:r>
              <a:rPr lang="en-US" dirty="0"/>
              <a:t>PARAMETER AND THE THREE ANSÄTZE</a:t>
            </a:r>
          </a:p>
        </p:txBody>
      </p:sp>
      <p:sp>
        <p:nvSpPr>
          <p:cNvPr id="682" name="Google Shape;682;p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83" name="Google Shape;683;p3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84" name="Google Shape;684;p3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85" name="Google Shape;685;p3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86" name="Google Shape;686;p3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87" name="Google Shape;687;p3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89" name="Google Shape;689;p3"/>
          <p:cNvSpPr txBox="1">
            <a:spLocks noGrp="1"/>
          </p:cNvSpPr>
          <p:nvPr>
            <p:ph type="subTitle" idx="1"/>
          </p:nvPr>
        </p:nvSpPr>
        <p:spPr>
          <a:xfrm>
            <a:off x="4010940" y="1240075"/>
            <a:ext cx="3633443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PARAMETERIZED CIRCUIT (ANSATZ)</a:t>
            </a:r>
          </a:p>
        </p:txBody>
      </p:sp>
      <p:sp>
        <p:nvSpPr>
          <p:cNvPr id="690" name="Google Shape;690;p3"/>
          <p:cNvSpPr txBox="1">
            <a:spLocks noGrp="1"/>
          </p:cNvSpPr>
          <p:nvPr>
            <p:ph type="subTitle" idx="9"/>
          </p:nvPr>
        </p:nvSpPr>
        <p:spPr>
          <a:xfrm>
            <a:off x="4010951" y="2336725"/>
            <a:ext cx="4145497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BINDING VALUES AND CHOOSING THE ANSATZ</a:t>
            </a:r>
          </a:p>
        </p:txBody>
      </p:sp>
      <p:sp>
        <p:nvSpPr>
          <p:cNvPr id="691" name="Google Shape;691;p3"/>
          <p:cNvSpPr txBox="1">
            <a:spLocks noGrp="1"/>
          </p:cNvSpPr>
          <p:nvPr>
            <p:ph type="subTitle" idx="13"/>
          </p:nvPr>
        </p:nvSpPr>
        <p:spPr>
          <a:xfrm>
            <a:off x="4010950" y="2904425"/>
            <a:ext cx="4608794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PARAMETERS IN THE OPTIMIZATION LOOP</a:t>
            </a:r>
          </a:p>
        </p:txBody>
      </p:sp>
      <p:sp>
        <p:nvSpPr>
          <p:cNvPr id="692" name="Google Shape;692;p3"/>
          <p:cNvSpPr txBox="1">
            <a:spLocks noGrp="1"/>
          </p:cNvSpPr>
          <p:nvPr>
            <p:ph type="subTitle" idx="14"/>
          </p:nvPr>
        </p:nvSpPr>
        <p:spPr>
          <a:xfrm>
            <a:off x="4010940" y="3472126"/>
            <a:ext cx="4938062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PARAMETERVECTOR (OPTIONAL APPENDIX)</a:t>
            </a:r>
          </a:p>
        </p:txBody>
      </p:sp>
      <p:grpSp>
        <p:nvGrpSpPr>
          <p:cNvPr id="694" name="Google Shape;694;p3"/>
          <p:cNvGrpSpPr/>
          <p:nvPr/>
        </p:nvGrpSpPr>
        <p:grpSpPr>
          <a:xfrm>
            <a:off x="1339397" y="1762071"/>
            <a:ext cx="983645" cy="2854839"/>
            <a:chOff x="472500" y="1762000"/>
            <a:chExt cx="1193310" cy="3463350"/>
          </a:xfrm>
        </p:grpSpPr>
        <p:grpSp>
          <p:nvGrpSpPr>
            <p:cNvPr id="695" name="Google Shape;695;p3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696" name="Google Shape;696;p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54"/>
                  <a:buFont typeface="Arial"/>
                  <a:buNone/>
                </a:pPr>
                <a:endParaRPr sz="115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8" name="Google Shape;698;p3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699" name="Google Shape;699;p3"/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>
                <a:solidFill>
                  <a:schemeClr val="lt1"/>
                </a:solidFill>
              </a:rPr>
              <a:t>0</a:t>
            </a:r>
            <a:r>
              <a:rPr lang="en" sz="1600"/>
              <a:t>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700" name="Google Shape;700;p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8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Parameterized circuit (ansatz)</a:t>
            </a:r>
          </a:p>
        </p:txBody>
      </p:sp>
      <p:sp>
        <p:nvSpPr>
          <p:cNvPr id="710" name="Google Shape;710;p18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8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12" name="Google Shape;712;p18"/>
          <p:cNvGrpSpPr/>
          <p:nvPr/>
        </p:nvGrpSpPr>
        <p:grpSpPr>
          <a:xfrm rot="10800000" flipH="1">
            <a:off x="7968643" y="3562069"/>
            <a:ext cx="681216" cy="3360486"/>
            <a:chOff x="1337800" y="-2525590"/>
            <a:chExt cx="1498167" cy="7390556"/>
          </a:xfrm>
        </p:grpSpPr>
        <p:cxnSp>
          <p:nvCxnSpPr>
            <p:cNvPr id="713" name="Google Shape;713;p1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4" name="Google Shape;714;p1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5" name="Google Shape;715;p1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18"/>
          <p:cNvGrpSpPr/>
          <p:nvPr/>
        </p:nvGrpSpPr>
        <p:grpSpPr>
          <a:xfrm rot="-5400000" flipH="1">
            <a:off x="70044" y="-592706"/>
            <a:ext cx="681216" cy="3360486"/>
            <a:chOff x="1337800" y="-2525590"/>
            <a:chExt cx="1498167" cy="7390556"/>
          </a:xfrm>
        </p:grpSpPr>
        <p:cxnSp>
          <p:nvCxnSpPr>
            <p:cNvPr id="717" name="Google Shape;717;p1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8" name="Google Shape;718;p1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9" name="Google Shape;719;p1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p18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p18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 dirty="0">
                <a:solidFill>
                  <a:schemeClr val="lt1"/>
                </a:solidFill>
              </a:rPr>
              <a:t>03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722" name="Google Shape;72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4" name="Google Shape;724;p1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5" name="Google Shape;725;p18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26" name="Google Shape;726;p1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>
          <a:extLst>
            <a:ext uri="{FF2B5EF4-FFF2-40B4-BE49-F238E27FC236}">
              <a16:creationId xmlns:a16="http://schemas.microsoft.com/office/drawing/2014/main" id="{ED35EA97-CD2B-97D2-2150-D1A5038FF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8">
            <a:extLst>
              <a:ext uri="{FF2B5EF4-FFF2-40B4-BE49-F238E27FC236}">
                <a16:creationId xmlns:a16="http://schemas.microsoft.com/office/drawing/2014/main" id="{9D8ADB7A-1DB6-0371-0655-1DB46269E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948" y="1268910"/>
            <a:ext cx="3713052" cy="112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b="1" dirty="0"/>
              <a:t>Parameterized circuit (ansatz)</a:t>
            </a:r>
          </a:p>
        </p:txBody>
      </p:sp>
      <p:sp>
        <p:nvSpPr>
          <p:cNvPr id="710" name="Google Shape;710;p18">
            <a:extLst>
              <a:ext uri="{FF2B5EF4-FFF2-40B4-BE49-F238E27FC236}">
                <a16:creationId xmlns:a16="http://schemas.microsoft.com/office/drawing/2014/main" id="{43FCBEC6-F3C8-6762-3FBF-C8D14E692101}"/>
              </a:ext>
            </a:extLst>
          </p:cNvPr>
          <p:cNvSpPr/>
          <p:nvPr/>
        </p:nvSpPr>
        <p:spPr>
          <a:xfrm rot="-5400000">
            <a:off x="746259" y="167513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8">
            <a:extLst>
              <a:ext uri="{FF2B5EF4-FFF2-40B4-BE49-F238E27FC236}">
                <a16:creationId xmlns:a16="http://schemas.microsoft.com/office/drawing/2014/main" id="{6D9A5F0B-75A0-3D23-74A5-6CFEEEC88B95}"/>
              </a:ext>
            </a:extLst>
          </p:cNvPr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12" name="Google Shape;712;p18">
            <a:extLst>
              <a:ext uri="{FF2B5EF4-FFF2-40B4-BE49-F238E27FC236}">
                <a16:creationId xmlns:a16="http://schemas.microsoft.com/office/drawing/2014/main" id="{7C447514-78BA-F916-9C15-8C59002FE7D1}"/>
              </a:ext>
            </a:extLst>
          </p:cNvPr>
          <p:cNvGrpSpPr/>
          <p:nvPr/>
        </p:nvGrpSpPr>
        <p:grpSpPr>
          <a:xfrm rot="10800000" flipH="1">
            <a:off x="7968643" y="3562069"/>
            <a:ext cx="681216" cy="3360486"/>
            <a:chOff x="1337800" y="-2525590"/>
            <a:chExt cx="1498167" cy="7390556"/>
          </a:xfrm>
        </p:grpSpPr>
        <p:cxnSp>
          <p:nvCxnSpPr>
            <p:cNvPr id="713" name="Google Shape;713;p18">
              <a:extLst>
                <a:ext uri="{FF2B5EF4-FFF2-40B4-BE49-F238E27FC236}">
                  <a16:creationId xmlns:a16="http://schemas.microsoft.com/office/drawing/2014/main" id="{7B7D90DB-5DDB-F02B-C03A-186E8173A5CA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4" name="Google Shape;714;p18">
              <a:extLst>
                <a:ext uri="{FF2B5EF4-FFF2-40B4-BE49-F238E27FC236}">
                  <a16:creationId xmlns:a16="http://schemas.microsoft.com/office/drawing/2014/main" id="{66FE94FD-D1A1-6A4F-77DD-12A20C609441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5" name="Google Shape;715;p18">
              <a:extLst>
                <a:ext uri="{FF2B5EF4-FFF2-40B4-BE49-F238E27FC236}">
                  <a16:creationId xmlns:a16="http://schemas.microsoft.com/office/drawing/2014/main" id="{7022698F-CA4B-BD18-71FC-722FB148EAC1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18">
            <a:extLst>
              <a:ext uri="{FF2B5EF4-FFF2-40B4-BE49-F238E27FC236}">
                <a16:creationId xmlns:a16="http://schemas.microsoft.com/office/drawing/2014/main" id="{2635B915-FDAF-06AD-C025-1700F63176B1}"/>
              </a:ext>
            </a:extLst>
          </p:cNvPr>
          <p:cNvGrpSpPr/>
          <p:nvPr/>
        </p:nvGrpSpPr>
        <p:grpSpPr>
          <a:xfrm rot="-5400000" flipH="1">
            <a:off x="70044" y="-592706"/>
            <a:ext cx="681216" cy="3360486"/>
            <a:chOff x="1337800" y="-2525590"/>
            <a:chExt cx="1498167" cy="7390556"/>
          </a:xfrm>
        </p:grpSpPr>
        <p:cxnSp>
          <p:nvCxnSpPr>
            <p:cNvPr id="717" name="Google Shape;717;p18">
              <a:extLst>
                <a:ext uri="{FF2B5EF4-FFF2-40B4-BE49-F238E27FC236}">
                  <a16:creationId xmlns:a16="http://schemas.microsoft.com/office/drawing/2014/main" id="{77B60F3D-72A9-5A51-FA56-64CAD673BF2A}"/>
                </a:ext>
              </a:extLst>
            </p:cNvPr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8" name="Google Shape;718;p18">
              <a:extLst>
                <a:ext uri="{FF2B5EF4-FFF2-40B4-BE49-F238E27FC236}">
                  <a16:creationId xmlns:a16="http://schemas.microsoft.com/office/drawing/2014/main" id="{16FF9165-3AEC-900C-0069-33861FD46EE1}"/>
                </a:ext>
              </a:extLst>
            </p:cNvPr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719" name="Google Shape;719;p18">
              <a:extLst>
                <a:ext uri="{FF2B5EF4-FFF2-40B4-BE49-F238E27FC236}">
                  <a16:creationId xmlns:a16="http://schemas.microsoft.com/office/drawing/2014/main" id="{34CA1931-DF39-5890-C3AE-E8E6BC3D1F3C}"/>
                </a:ext>
              </a:extLst>
            </p:cNvPr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p18">
            <a:extLst>
              <a:ext uri="{FF2B5EF4-FFF2-40B4-BE49-F238E27FC236}">
                <a16:creationId xmlns:a16="http://schemas.microsoft.com/office/drawing/2014/main" id="{B09AA625-3B64-C52E-C274-B6E1F783292D}"/>
              </a:ext>
            </a:extLst>
          </p:cNvPr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p18">
            <a:extLst>
              <a:ext uri="{FF2B5EF4-FFF2-40B4-BE49-F238E27FC236}">
                <a16:creationId xmlns:a16="http://schemas.microsoft.com/office/drawing/2014/main" id="{98A02E3B-3D23-680E-AD12-1856C28D81D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 dirty="0">
                <a:solidFill>
                  <a:schemeClr val="lt1"/>
                </a:solidFill>
              </a:rPr>
              <a:t>04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722" name="Google Shape;722;p18">
            <a:extLst>
              <a:ext uri="{FF2B5EF4-FFF2-40B4-BE49-F238E27FC236}">
                <a16:creationId xmlns:a16="http://schemas.microsoft.com/office/drawing/2014/main" id="{1AA9126A-7BCE-2AE4-AF05-164E53AAD3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18">
            <a:extLst>
              <a:ext uri="{FF2B5EF4-FFF2-40B4-BE49-F238E27FC236}">
                <a16:creationId xmlns:a16="http://schemas.microsoft.com/office/drawing/2014/main" id="{25870DFA-0A1F-04E9-38E8-0B16B086C442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4" name="Google Shape;724;p18">
            <a:extLst>
              <a:ext uri="{FF2B5EF4-FFF2-40B4-BE49-F238E27FC236}">
                <a16:creationId xmlns:a16="http://schemas.microsoft.com/office/drawing/2014/main" id="{EA194381-36BB-53E8-5035-17B7ED84FF5B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5" name="Google Shape;725;p18">
              <a:extLst>
                <a:ext uri="{FF2B5EF4-FFF2-40B4-BE49-F238E27FC236}">
                  <a16:creationId xmlns:a16="http://schemas.microsoft.com/office/drawing/2014/main" id="{DE15E6CF-DBFA-012D-934B-C8D3867D0A00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26" name="Google Shape;726;p18">
              <a:extLst>
                <a:ext uri="{FF2B5EF4-FFF2-40B4-BE49-F238E27FC236}">
                  <a16:creationId xmlns:a16="http://schemas.microsoft.com/office/drawing/2014/main" id="{FD3458FC-AB88-DF9C-02E3-2B23D1195CB3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16971A4-4F50-6B81-5F9F-AF852BCFEA05}"/>
              </a:ext>
            </a:extLst>
          </p:cNvPr>
          <p:cNvSpPr txBox="1"/>
          <p:nvPr/>
        </p:nvSpPr>
        <p:spPr>
          <a:xfrm>
            <a:off x="648541" y="2386506"/>
            <a:ext cx="716570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The second component is the parameterized quantum circuit, a special quantum circuit with adjustable parameters, similar to dials on a radio.</a:t>
            </a:r>
          </a:p>
          <a:p>
            <a:pPr marL="285750" indent="-285750" rtl="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We need a one-qubit parameterized quantum circuit as an ansatz.</a:t>
            </a:r>
          </a:p>
          <a:p>
            <a:pPr marL="285750" indent="-285750" rtl="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>
                <a:solidFill>
                  <a:schemeClr val="bg1"/>
                </a:solidFill>
              </a:rPr>
              <a:t>"coverage" </a:t>
            </a:r>
            <a:r>
              <a:rPr lang="en-US" sz="1600" dirty="0">
                <a:solidFill>
                  <a:schemeClr val="tx1"/>
                </a:solidFill>
              </a:rPr>
              <a:t>refers to the range of quantum states that the ansatz circuit can produce by varying its parameters.</a:t>
            </a:r>
          </a:p>
          <a:p>
            <a:pPr marL="285750" indent="-285750" rtl="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A more flexible ansatz has the potential to find a better approximation, but it might also be harder for the classical optimizer.</a:t>
            </a:r>
          </a:p>
        </p:txBody>
      </p:sp>
    </p:spTree>
    <p:extLst>
      <p:ext uri="{BB962C8B-B14F-4D97-AF65-F5344CB8AC3E}">
        <p14:creationId xmlns:p14="http://schemas.microsoft.com/office/powerpoint/2010/main" val="129108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8B8B79D6-D13F-8E0E-9870-374BA93D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D598A8F2-1F9E-622A-0731-79A4C08AE9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Parameter and the three </a:t>
            </a:r>
            <a:r>
              <a:rPr lang="en-US" b="1" dirty="0" err="1"/>
              <a:t>ansätze</a:t>
            </a:r>
            <a:endParaRPr lang="en-US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5D7B9250-8C11-1C6B-1773-27D988ADCEC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05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932BC698-F84F-B941-B548-B1C54E9FB267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21DE40BB-FFE5-7F4B-0774-3C383C9165C2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F1D91445-7173-2F13-838F-91DC2033F772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C2989DCB-8B99-53D5-B93E-C44C72BF2734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FEAF986-146F-5189-66E0-4BDA9C3FAB52}"/>
              </a:ext>
            </a:extLst>
          </p:cNvPr>
          <p:cNvSpPr txBox="1"/>
          <p:nvPr/>
        </p:nvSpPr>
        <p:spPr>
          <a:xfrm>
            <a:off x="719999" y="943781"/>
            <a:ext cx="7314529" cy="3624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from </a:t>
            </a:r>
            <a:r>
              <a:rPr lang="en-US" sz="1350" dirty="0" err="1">
                <a:solidFill>
                  <a:schemeClr val="tx1"/>
                </a:solidFill>
              </a:rPr>
              <a:t>qiskit.circuit</a:t>
            </a:r>
            <a:r>
              <a:rPr lang="en-US" sz="1350" dirty="0">
                <a:solidFill>
                  <a:schemeClr val="tx1"/>
                </a:solidFill>
              </a:rPr>
              <a:t> </a:t>
            </a:r>
            <a:r>
              <a:rPr lang="en-US" sz="1350" dirty="0">
                <a:solidFill>
                  <a:schemeClr val="bg2">
                    <a:lumMod val="50000"/>
                    <a:lumOff val="50000"/>
                  </a:schemeClr>
                </a:solidFill>
              </a:rPr>
              <a:t>import </a:t>
            </a:r>
            <a:r>
              <a:rPr lang="en-US" sz="1350" dirty="0">
                <a:solidFill>
                  <a:schemeClr val="tx1"/>
                </a:solidFill>
              </a:rPr>
              <a:t>Parameter</a:t>
            </a:r>
          </a:p>
          <a:p>
            <a:pPr algn="just">
              <a:buClr>
                <a:schemeClr val="tx1"/>
              </a:buClr>
            </a:pPr>
            <a:endParaRPr lang="en-US" sz="1350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theta = Parameter(</a:t>
            </a:r>
            <a:r>
              <a:rPr lang="en-US" sz="1350" dirty="0">
                <a:solidFill>
                  <a:srgbClr val="00B050"/>
                </a:solidFill>
              </a:rPr>
              <a:t>"θ"</a:t>
            </a:r>
            <a:r>
              <a:rPr lang="en-US" sz="1350" dirty="0">
                <a:solidFill>
                  <a:schemeClr val="tx1"/>
                </a:solidFill>
              </a:rPr>
              <a:t>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phi = Parameter(</a:t>
            </a:r>
            <a:r>
              <a:rPr lang="en-US" sz="1350" dirty="0">
                <a:solidFill>
                  <a:srgbClr val="00B050"/>
                </a:solidFill>
              </a:rPr>
              <a:t>"φ“ </a:t>
            </a:r>
            <a:r>
              <a:rPr lang="en-US" sz="1350" dirty="0">
                <a:solidFill>
                  <a:schemeClr val="tx1"/>
                </a:solidFill>
              </a:rPr>
              <a:t>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lam = Parameter(</a:t>
            </a:r>
            <a:r>
              <a:rPr lang="en-US" sz="1350" dirty="0">
                <a:solidFill>
                  <a:srgbClr val="00B050"/>
                </a:solidFill>
              </a:rPr>
              <a:t>"λ“</a:t>
            </a:r>
            <a:r>
              <a:rPr lang="en-US" sz="1350" dirty="0">
                <a:solidFill>
                  <a:schemeClr val="tx1"/>
                </a:solidFill>
              </a:rPr>
              <a:t>)</a:t>
            </a:r>
          </a:p>
          <a:p>
            <a:pPr algn="just">
              <a:buClr>
                <a:schemeClr val="tx1"/>
              </a:buClr>
            </a:pPr>
            <a:endParaRPr lang="en-US" sz="1350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ansatz1 = </a:t>
            </a:r>
            <a:r>
              <a:rPr lang="en-US" sz="1350" dirty="0" err="1">
                <a:solidFill>
                  <a:schemeClr val="tx1"/>
                </a:solidFill>
              </a:rPr>
              <a:t>QuantumCircuit</a:t>
            </a:r>
            <a:r>
              <a:rPr lang="en-US" sz="1350" dirty="0">
                <a:solidFill>
                  <a:schemeClr val="tx1"/>
                </a:solidFill>
              </a:rPr>
              <a:t>(1)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ansatz1.rx(theta, 0)</a:t>
            </a:r>
          </a:p>
          <a:p>
            <a:pPr algn="just">
              <a:buClr>
                <a:schemeClr val="tx1"/>
              </a:buClr>
            </a:pPr>
            <a:endParaRPr lang="en-US" sz="1350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ansatz2 = </a:t>
            </a:r>
            <a:r>
              <a:rPr lang="en-US" sz="1350" dirty="0" err="1">
                <a:solidFill>
                  <a:schemeClr val="tx1"/>
                </a:solidFill>
              </a:rPr>
              <a:t>QuantumCircuit</a:t>
            </a:r>
            <a:r>
              <a:rPr lang="en-US" sz="1350" dirty="0">
                <a:solidFill>
                  <a:schemeClr val="tx1"/>
                </a:solidFill>
              </a:rPr>
              <a:t>(1)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ansatz2.rx(theta, 0)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ansatz2.rz(phi, 0)</a:t>
            </a:r>
          </a:p>
          <a:p>
            <a:pPr algn="just">
              <a:buClr>
                <a:schemeClr val="tx1"/>
              </a:buClr>
            </a:pPr>
            <a:endParaRPr lang="en-US" sz="1350" dirty="0">
              <a:solidFill>
                <a:schemeClr val="tx1"/>
              </a:solidFill>
            </a:endParaRP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ansatz3 = </a:t>
            </a:r>
            <a:r>
              <a:rPr lang="en-US" sz="1350" dirty="0" err="1">
                <a:solidFill>
                  <a:schemeClr val="tx1"/>
                </a:solidFill>
              </a:rPr>
              <a:t>QuantumCircuit</a:t>
            </a:r>
            <a:r>
              <a:rPr lang="en-US" sz="1350" dirty="0">
                <a:solidFill>
                  <a:schemeClr val="tx1"/>
                </a:solidFill>
              </a:rPr>
              <a:t>(1)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ansatz3.rx(theta, 0)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ansatz3.rz(phi, 0)</a:t>
            </a:r>
          </a:p>
          <a:p>
            <a:pPr algn="just">
              <a:buClr>
                <a:schemeClr val="tx1"/>
              </a:buClr>
            </a:pPr>
            <a:r>
              <a:rPr lang="en-US" sz="1350" dirty="0">
                <a:solidFill>
                  <a:schemeClr val="tx1"/>
                </a:solidFill>
              </a:rPr>
              <a:t>ansatz3.rx(lam, 0)</a:t>
            </a:r>
          </a:p>
        </p:txBody>
      </p:sp>
    </p:spTree>
    <p:extLst>
      <p:ext uri="{BB962C8B-B14F-4D97-AF65-F5344CB8AC3E}">
        <p14:creationId xmlns:p14="http://schemas.microsoft.com/office/powerpoint/2010/main" val="3225892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C4335FF7-CD7F-3078-9EC0-1111861D8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6629F157-82A6-100A-C15A-CFA4ED540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/>
              <a:t>Parameter and the three </a:t>
            </a:r>
            <a:r>
              <a:rPr lang="en-US" sz="2800" b="1" dirty="0" err="1"/>
              <a:t>ansätze</a:t>
            </a:r>
            <a:endParaRPr lang="en-US" sz="2800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A0B3C8BB-0791-1EB1-9997-5779FB0087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06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EE74B963-1F87-4627-B640-72FA0C5B100F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8E30A1AD-61C2-EEDD-697F-686578613F26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CA69D55F-71AA-905F-B005-0A926E929C99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6F0EA33C-1412-0DAE-3E80-F77BE2C736A8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F8BC2B1-E9C0-6B9D-AE24-30DBDF757A18}"/>
              </a:ext>
            </a:extLst>
          </p:cNvPr>
          <p:cNvSpPr txBox="1"/>
          <p:nvPr/>
        </p:nvSpPr>
        <p:spPr>
          <a:xfrm>
            <a:off x="330529" y="1448365"/>
            <a:ext cx="770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One 1-axis rotational gate ansatz: </a:t>
            </a:r>
            <a:r>
              <a:rPr lang="en-US" sz="1800" dirty="0">
                <a:solidFill>
                  <a:schemeClr val="tx1"/>
                </a:solidFill>
              </a:rPr>
              <a:t>rotations around only a single axis (Rx(θ)). This is the least flexible and covers a limited set of states.</a:t>
            </a:r>
          </a:p>
          <a:p>
            <a:pPr algn="just" rtl="0">
              <a:buClr>
                <a:schemeClr val="bg1"/>
              </a:buClr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 algn="just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Two 2-axis rotational gate </a:t>
            </a:r>
            <a:r>
              <a:rPr lang="en-US" sz="1800" b="1" dirty="0" err="1">
                <a:solidFill>
                  <a:schemeClr val="bg1"/>
                </a:solidFill>
              </a:rPr>
              <a:t>ansätze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r>
              <a:rPr lang="en-US" sz="1800" dirty="0">
                <a:solidFill>
                  <a:schemeClr val="tx1"/>
                </a:solidFill>
              </a:rPr>
              <a:t> Rx(θ1)Rz(θ2) and Rx(θ1)Rz(θ2)Rx(θ3). This allows us to reach a larger portion of the Bloch sphere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911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BB076F11-17C4-5D0A-9BEC-9DC1A11CB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DAE14E93-1974-1ACE-9942-094D04000C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Binding values and choosing the ansatz</a:t>
            </a:r>
            <a:endParaRPr lang="en-US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B3BBEF8A-9058-5B2F-CA1F-33BB5782313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07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4481F946-60A8-0F5D-0B18-6961E455FBE1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4A6167E0-EC0C-AB8D-EDD2-A85170B0DF96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7B0F4B7E-B5A4-C75E-5C22-1D4E8E29FA10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4847CCB6-014C-668C-4DCD-397A074F2DE7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DD0FD82-9452-DD84-82AB-8239B3DDF9C2}"/>
              </a:ext>
            </a:extLst>
          </p:cNvPr>
          <p:cNvSpPr txBox="1"/>
          <p:nvPr/>
        </p:nvSpPr>
        <p:spPr>
          <a:xfrm>
            <a:off x="720000" y="1265495"/>
            <a:ext cx="8522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bound_qc</a:t>
            </a:r>
            <a:r>
              <a:rPr lang="en-US" sz="1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= </a:t>
            </a:r>
            <a:r>
              <a:rPr lang="en-US" sz="18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qc.</a:t>
            </a:r>
            <a:r>
              <a:rPr lang="en-US" sz="1800" b="1" dirty="0" err="1">
                <a:solidFill>
                  <a:srgbClr val="EAFC04"/>
                </a:solidFill>
                <a:latin typeface="Bookman Old Style" panose="02050604050505020204" pitchFamily="18" charset="0"/>
              </a:rPr>
              <a:t>assign_parameters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(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    {</a:t>
            </a:r>
            <a:r>
              <a:rPr lang="en-US" sz="1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theta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: </a:t>
            </a:r>
            <a:r>
              <a:rPr lang="en-US" sz="18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theta_vals</a:t>
            </a:r>
            <a:r>
              <a:rPr lang="en-US" sz="1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[</a:t>
            </a:r>
            <a:r>
              <a:rPr lang="en-US" sz="18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], 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phi: </a:t>
            </a:r>
            <a:r>
              <a:rPr lang="en-US" sz="18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phi_vals</a:t>
            </a:r>
            <a:r>
              <a:rPr lang="en-US" sz="18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[</a:t>
            </a:r>
            <a:r>
              <a:rPr lang="en-US" sz="18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], </a:t>
            </a:r>
            <a:r>
              <a:rPr lang="en-US" sz="1800" b="1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lam:</a:t>
            </a:r>
            <a:r>
              <a:rPr lang="en-US" sz="1800" b="1" dirty="0" err="1">
                <a:solidFill>
                  <a:schemeClr val="bg1"/>
                </a:solidFill>
                <a:latin typeface="Bookman Old Style" panose="02050604050505020204" pitchFamily="18" charset="0"/>
              </a:rPr>
              <a:t>lam_vals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[</a:t>
            </a:r>
            <a:r>
              <a:rPr lang="en-US" sz="1800" b="1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]})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548CF-639D-8B95-7BCA-3AC95E1A77D6}"/>
              </a:ext>
            </a:extLst>
          </p:cNvPr>
          <p:cNvSpPr txBox="1"/>
          <p:nvPr/>
        </p:nvSpPr>
        <p:spPr>
          <a:xfrm>
            <a:off x="853440" y="2072640"/>
            <a:ext cx="60204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Generate 5000 random numbers for each parameter.</a:t>
            </a:r>
          </a:p>
          <a:p>
            <a:pPr marL="285750" indent="-285750" algn="just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First ansatz: ring-shaped distributed quantum states of the Bloch sphere.</a:t>
            </a:r>
          </a:p>
          <a:p>
            <a:pPr marL="285750" indent="-285750" algn="just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Second ansatz: covers a larger portion of the Bloch sphere - but the dots are more concentrated around the poles and more spread out around the equator.</a:t>
            </a:r>
          </a:p>
          <a:p>
            <a:pPr marL="285750" indent="-285750" algn="just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Last ansatz: more evenly distributed quantum states.</a:t>
            </a:r>
          </a:p>
          <a:p>
            <a:pPr marL="285750" indent="-285750" algn="just" rtl="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 simplicity, we will stick with ansatz 3, which uniformly probes the entire Bloch sphere.</a:t>
            </a:r>
          </a:p>
        </p:txBody>
      </p:sp>
    </p:spTree>
    <p:extLst>
      <p:ext uri="{BB962C8B-B14F-4D97-AF65-F5344CB8AC3E}">
        <p14:creationId xmlns:p14="http://schemas.microsoft.com/office/powerpoint/2010/main" val="563359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74544DA2-AA0C-6138-9952-EB66BD07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7EE487F7-FF4A-6128-F5E2-450DD983B5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Binding values and choosing the ansatz</a:t>
            </a:r>
            <a:endParaRPr lang="en-US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C63DA400-A2CF-385F-B93E-9155FCD531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08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994E90CA-503D-F3F5-2CE1-2C2F43AFB1E1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CCF7A72A-A72B-F4DB-CD28-F83126EA20F1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B5FF65AF-C640-0AC8-F93B-E5EDF2845807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446BC2F2-7BF9-C6D7-1BB4-AE3AD71B3AD0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67AF4F2-D344-3FD8-93CD-E799FDFD20B6}"/>
              </a:ext>
            </a:extLst>
          </p:cNvPr>
          <p:cNvSpPr txBox="1"/>
          <p:nvPr/>
        </p:nvSpPr>
        <p:spPr>
          <a:xfrm>
            <a:off x="773004" y="1313960"/>
            <a:ext cx="6181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num_params = ansatz.num_parameters</a:t>
            </a:r>
            <a:endParaRPr lang="en-US" sz="2000" b="1" dirty="0">
              <a:solidFill>
                <a:schemeClr val="bg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B2336-B84E-0868-B8CC-192CB18FAD87}"/>
              </a:ext>
            </a:extLst>
          </p:cNvPr>
          <p:cNvSpPr txBox="1"/>
          <p:nvPr/>
        </p:nvSpPr>
        <p:spPr>
          <a:xfrm>
            <a:off x="853440" y="2072640"/>
            <a:ext cx="6020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+mj-lt"/>
              </a:rPr>
              <a:t>Output: </a:t>
            </a:r>
            <a:r>
              <a:rPr lang="en-US" sz="1800" b="1" dirty="0">
                <a:solidFill>
                  <a:srgbClr val="FF6600"/>
                </a:solidFill>
                <a:latin typeface="+mj-lt"/>
              </a:rPr>
              <a:t>This circuit has 3 parameters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You can see the </a:t>
            </a:r>
            <a:r>
              <a:rPr lang="en-US" sz="1800" b="1" dirty="0" err="1">
                <a:solidFill>
                  <a:schemeClr val="tx1"/>
                </a:solidFill>
              </a:rPr>
              <a:t>rx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rz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gates of our ansatz were converted into a series of </a:t>
            </a:r>
            <a:r>
              <a:rPr lang="en-US" sz="1800" b="1" dirty="0" err="1">
                <a:solidFill>
                  <a:schemeClr val="tx1"/>
                </a:solidFill>
              </a:rPr>
              <a:t>rz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sx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gates, which are the native gates of our backend.</a:t>
            </a:r>
          </a:p>
        </p:txBody>
      </p:sp>
    </p:spTree>
    <p:extLst>
      <p:ext uri="{BB962C8B-B14F-4D97-AF65-F5344CB8AC3E}">
        <p14:creationId xmlns:p14="http://schemas.microsoft.com/office/powerpoint/2010/main" val="3339585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82300B2B-DDE2-F1B7-A634-68EF5F2B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6370EFC3-10C1-1893-5738-80D77F999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Parameters in the optimization loop</a:t>
            </a:r>
            <a:endParaRPr lang="en-US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71233485-AD93-F53A-8807-233CD42962F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09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DF50AE35-D5EA-7239-9971-706F1605DAEE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C204DFD8-7948-B775-F191-673F50B309BB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587CCE77-E91A-C56F-998E-19039780C5F9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23016CF1-28F6-D7E5-3C8B-308D7D2422EC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0D1170-EF3B-8592-7E2E-524D3B15DB1D}"/>
              </a:ext>
            </a:extLst>
          </p:cNvPr>
          <p:cNvSpPr txBox="1"/>
          <p:nvPr/>
        </p:nvSpPr>
        <p:spPr>
          <a:xfrm>
            <a:off x="817536" y="1426723"/>
            <a:ext cx="61813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classical optimizer determines the next set of optimized parameters for the quantum ansatz. These updated parameters are then sent back to the quantum circuit, and the process is repeated.</a:t>
            </a:r>
            <a:endParaRPr lang="en-US" sz="18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12934-1648-B1E4-5EAE-043B340FA75A}"/>
              </a:ext>
            </a:extLst>
          </p:cNvPr>
          <p:cNvSpPr txBox="1"/>
          <p:nvPr/>
        </p:nvSpPr>
        <p:spPr>
          <a:xfrm>
            <a:off x="976032" y="2866146"/>
            <a:ext cx="67391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pub = (ansatz, [</a:t>
            </a:r>
            <a:r>
              <a:rPr lang="en-US" sz="1800" b="1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hamiltonian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], [params])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result = </a:t>
            </a:r>
            <a:r>
              <a:rPr lang="en-US" sz="1800" b="1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estimator.run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(</a:t>
            </a:r>
            <a:r>
              <a:rPr lang="en-US" sz="1800" b="1" dirty="0">
                <a:solidFill>
                  <a:srgbClr val="FF6600"/>
                </a:solidFill>
                <a:latin typeface="Bookman Old Style" panose="02050604050505020204" pitchFamily="18" charset="0"/>
              </a:rPr>
              <a:t>pubs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=[pub]).result()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energy = result[</a:t>
            </a:r>
            <a:r>
              <a:rPr lang="en-US" sz="18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0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].</a:t>
            </a:r>
            <a:r>
              <a:rPr lang="en-US" sz="1800" b="1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data.evs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[</a:t>
            </a:r>
            <a:r>
              <a:rPr lang="en-US" sz="18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Bookman Old Style" panose="02050604050505020204" pitchFamily="18" charset="0"/>
              </a:rPr>
              <a:t>0</a:t>
            </a:r>
            <a:r>
              <a:rPr lang="en-US" sz="1800" b="1" dirty="0">
                <a:solidFill>
                  <a:schemeClr val="tx1"/>
                </a:solidFill>
                <a:latin typeface="Bookman Old Style" panose="020506040505050202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24906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DA1C55B7-7FCC-493F-A448-D227ECB1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84002179-3F7F-5286-1B99-89C0B4F404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Parameters in the optimization loop</a:t>
            </a:r>
            <a:endParaRPr lang="en-US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FB16720A-DD0C-EDD5-A3F6-F5E0807E89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10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4E4E6E22-E5E9-1F9F-6185-066067517B90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B7DB21A8-82BE-22D9-822B-BDE62369390C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42947D7F-4760-D6E5-4A54-6DEFA0BCF92F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2C59B714-2FD0-5132-F812-F5D4A18C12F4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1D17BCB-B32B-424B-AB91-EB7EE4B17264}"/>
              </a:ext>
            </a:extLst>
          </p:cNvPr>
          <p:cNvSpPr txBox="1"/>
          <p:nvPr/>
        </p:nvSpPr>
        <p:spPr>
          <a:xfrm>
            <a:off x="817536" y="1426723"/>
            <a:ext cx="61813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prepare initial parameters for our ansatz and its optimization process. You can simply use all zeroes or random values</a:t>
            </a:r>
            <a:r>
              <a:rPr lang="en-US" sz="2000" dirty="0"/>
              <a:t>.</a:t>
            </a:r>
            <a:endParaRPr lang="en-US" sz="20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80ED6-7A88-B6D8-5877-227DFA3D1D9C}"/>
              </a:ext>
            </a:extLst>
          </p:cNvPr>
          <p:cNvSpPr txBox="1"/>
          <p:nvPr/>
        </p:nvSpPr>
        <p:spPr>
          <a:xfrm>
            <a:off x="963168" y="2973240"/>
            <a:ext cx="6314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x0 = [1, 1, 0]   </a:t>
            </a:r>
            <a:r>
              <a:rPr lang="en-US" sz="1800" dirty="0">
                <a:solidFill>
                  <a:srgbClr val="FF6600"/>
                </a:solidFill>
                <a:latin typeface="Bookman Old Style" panose="02050604050505020204" pitchFamily="18" charset="0"/>
              </a:rPr>
              <a:t># hydrogen atom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x0 = [2, 0, 0]   </a:t>
            </a:r>
            <a:r>
              <a:rPr lang="en-US" sz="1800" dirty="0">
                <a:solidFill>
                  <a:srgbClr val="FF6600"/>
                </a:solidFill>
                <a:latin typeface="Bookman Old Style" panose="02050604050505020204" pitchFamily="18" charset="0"/>
              </a:rPr>
              <a:t># H2 molecule (same ansatz reused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2541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71C6A3B3-5A90-2066-CE17-68853D7C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8C6DD4F5-5A75-0896-EA43-55EF0A77E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Parameters in the optimization loop</a:t>
            </a:r>
            <a:endParaRPr lang="en-US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FA052CA3-9071-BFDD-30DF-29A3FEE997B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11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2861BBA6-6E0D-3222-B6C1-24740DD5915C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B37F4916-8F01-B0C0-6F38-F5146B394EA5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F5770FCF-2C1D-8341-24E8-ADFB3BFE5C93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C8DD8CBF-CCB8-776B-18D3-1CCB69424765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C3145C8-0595-FEA8-183F-6360508265B2}"/>
              </a:ext>
            </a:extLst>
          </p:cNvPr>
          <p:cNvSpPr txBox="1"/>
          <p:nvPr/>
        </p:nvSpPr>
        <p:spPr>
          <a:xfrm>
            <a:off x="817536" y="1426723"/>
            <a:ext cx="61813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/>
              </a:buClr>
            </a:pPr>
            <a:r>
              <a:rPr lang="en-US" sz="2000" dirty="0"/>
              <a:t>.</a:t>
            </a:r>
            <a:endParaRPr lang="en-US" sz="2000" b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06554-5CA0-E6B3-553F-454DE46D5E95}"/>
              </a:ext>
            </a:extLst>
          </p:cNvPr>
          <p:cNvSpPr txBox="1"/>
          <p:nvPr/>
        </p:nvSpPr>
        <p:spPr>
          <a:xfrm>
            <a:off x="938784" y="1253569"/>
            <a:ext cx="631460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Bookman Old Style" panose="02050604050505020204" pitchFamily="18" charset="0"/>
              </a:rPr>
              <a:t>from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qiskit.circuit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Bookman Old Style" panose="02050604050505020204" pitchFamily="18" charset="0"/>
              </a:rPr>
              <a:t>import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ParameterVector</a:t>
            </a:r>
            <a:endParaRPr lang="en-US" sz="18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num_iter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=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 4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alpha = 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ParameterVector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("alpha",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3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beta = 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ParameterVector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("beta",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3 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* 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num_iter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Bookman Old Style" panose="02050604050505020204" pitchFamily="18" charset="0"/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ansatz_2 = 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QuantumCircuit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(1)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Bookman Old Style" panose="02050604050505020204" pitchFamily="18" charset="0"/>
              </a:rPr>
              <a:t>for 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dirty="0">
                <a:solidFill>
                  <a:schemeClr val="bg2">
                    <a:lumMod val="50000"/>
                    <a:lumOff val="50000"/>
                  </a:schemeClr>
                </a:solidFill>
                <a:latin typeface="Bookman Old Style" panose="02050604050505020204" pitchFamily="18" charset="0"/>
              </a:rPr>
              <a:t>in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range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(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num_iter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):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   ansatz_2.rx(beta[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*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3 + 0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],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0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   ansatz_2.rz(beta[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*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3 + 1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],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0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   ansatz_2.rx(beta[</a:t>
            </a:r>
            <a:r>
              <a:rPr lang="en-US" sz="1800" dirty="0" err="1">
                <a:solidFill>
                  <a:schemeClr val="tx1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 *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3 + 2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], </a:t>
            </a:r>
            <a:r>
              <a:rPr lang="en-US" sz="1800" dirty="0">
                <a:solidFill>
                  <a:schemeClr val="bg1"/>
                </a:solidFill>
                <a:latin typeface="Bookman Old Style" panose="02050604050505020204" pitchFamily="18" charset="0"/>
              </a:rPr>
              <a:t>0</a:t>
            </a:r>
            <a:r>
              <a:rPr lang="en-US" sz="1800" dirty="0">
                <a:solidFill>
                  <a:schemeClr val="tx1"/>
                </a:solidFill>
                <a:latin typeface="Bookman Old Style" panose="0205060405050502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8718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>
          <a:extLst>
            <a:ext uri="{FF2B5EF4-FFF2-40B4-BE49-F238E27FC236}">
              <a16:creationId xmlns:a16="http://schemas.microsoft.com/office/drawing/2014/main" id="{B5EF2E81-10DD-C64D-6698-7B50036ED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">
            <a:extLst>
              <a:ext uri="{FF2B5EF4-FFF2-40B4-BE49-F238E27FC236}">
                <a16:creationId xmlns:a16="http://schemas.microsoft.com/office/drawing/2014/main" id="{3EB37FA6-EAB5-B086-AE48-BB1864B3F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Parameters in the optimization loop</a:t>
            </a:r>
            <a:endParaRPr lang="en-US" b="1" dirty="0"/>
          </a:p>
        </p:txBody>
      </p:sp>
      <p:sp>
        <p:nvSpPr>
          <p:cNvPr id="699" name="Google Shape;699;p3">
            <a:extLst>
              <a:ext uri="{FF2B5EF4-FFF2-40B4-BE49-F238E27FC236}">
                <a16:creationId xmlns:a16="http://schemas.microsoft.com/office/drawing/2014/main" id="{8C525930-E75A-8F43-33A0-BBB8FD550B6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solidFill>
            <a:srgbClr val="FFFFFF">
              <a:alpha val="745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dirty="0">
                <a:solidFill>
                  <a:schemeClr val="lt1"/>
                </a:solidFill>
              </a:rPr>
              <a:t>12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700" name="Google Shape;700;p3">
            <a:extLst>
              <a:ext uri="{FF2B5EF4-FFF2-40B4-BE49-F238E27FC236}">
                <a16:creationId xmlns:a16="http://schemas.microsoft.com/office/drawing/2014/main" id="{311E608B-0CDB-8B80-C09E-490508DD2893}"/>
              </a:ext>
            </a:extLst>
          </p:cNvPr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01" name="Google Shape;701;p3">
            <a:extLst>
              <a:ext uri="{FF2B5EF4-FFF2-40B4-BE49-F238E27FC236}">
                <a16:creationId xmlns:a16="http://schemas.microsoft.com/office/drawing/2014/main" id="{E399635D-F24C-C794-CD97-46BF082FAB5B}"/>
              </a:ext>
            </a:extLst>
          </p:cNvPr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02" name="Google Shape;702;p3">
              <a:extLst>
                <a:ext uri="{FF2B5EF4-FFF2-40B4-BE49-F238E27FC236}">
                  <a16:creationId xmlns:a16="http://schemas.microsoft.com/office/drawing/2014/main" id="{95E6AE65-2ACE-6BD6-9FEA-2145A7875F56}"/>
                </a:ext>
              </a:extLst>
            </p:cNvPr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03" name="Google Shape;703;p3">
              <a:extLst>
                <a:ext uri="{FF2B5EF4-FFF2-40B4-BE49-F238E27FC236}">
                  <a16:creationId xmlns:a16="http://schemas.microsoft.com/office/drawing/2014/main" id="{CA9EB586-D528-C8E9-34B5-D81EC7607BFB}"/>
                </a:ext>
              </a:extLst>
            </p:cNvPr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F211EA8-0979-F01D-0F1E-6F1C6BFD0FE6}"/>
              </a:ext>
            </a:extLst>
          </p:cNvPr>
          <p:cNvSpPr txBox="1"/>
          <p:nvPr/>
        </p:nvSpPr>
        <p:spPr>
          <a:xfrm>
            <a:off x="720000" y="1203714"/>
            <a:ext cx="618134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Many </a:t>
            </a:r>
            <a:r>
              <a:rPr lang="en-US" sz="2000" dirty="0" err="1">
                <a:solidFill>
                  <a:schemeClr val="tx1"/>
                </a:solidFill>
              </a:rPr>
              <a:t>ansätze</a:t>
            </a:r>
            <a:r>
              <a:rPr lang="en-US" sz="2000" dirty="0">
                <a:solidFill>
                  <a:schemeClr val="tx1"/>
                </a:solidFill>
              </a:rPr>
              <a:t> introduce excessive variational parameters that contribute little to improving accuracy but significantly increase optimization difficulty.</a:t>
            </a:r>
          </a:p>
          <a:p>
            <a:pPr marL="342900" indent="-34290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optimization process becomes intractable as the number of parameters increases, leading to slow convergence and difficulties in finding the optimal solution.</a:t>
            </a:r>
          </a:p>
          <a:p>
            <a:pPr marL="342900" indent="-342900" algn="just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highlights a well-known challenge in Variational Quantum </a:t>
            </a:r>
            <a:r>
              <a:rPr lang="en-US" sz="2000" dirty="0" err="1">
                <a:solidFill>
                  <a:schemeClr val="tx1"/>
                </a:solidFill>
              </a:rPr>
              <a:t>Eigensolver</a:t>
            </a:r>
            <a:r>
              <a:rPr lang="en-US" sz="2000" dirty="0">
                <a:solidFill>
                  <a:schemeClr val="tx1"/>
                </a:solidFill>
              </a:rPr>
              <a:t> (VQEs): the overhead of the optimizer.</a:t>
            </a:r>
          </a:p>
        </p:txBody>
      </p:sp>
    </p:spTree>
    <p:extLst>
      <p:ext uri="{BB962C8B-B14F-4D97-AF65-F5344CB8AC3E}">
        <p14:creationId xmlns:p14="http://schemas.microsoft.com/office/powerpoint/2010/main" val="262673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2624-0EFC-CC71-5E09-9F78E8959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Quantum Applications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83C12E2F-C52D-2A8A-96E0-E7BDC69A211F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720000" y="1137684"/>
            <a:ext cx="7704000" cy="3392341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/>
              <a:t>1- Cryptography and Cybersecurity</a:t>
            </a:r>
          </a:p>
          <a:p>
            <a:r>
              <a:rPr lang="en-US" b="1" dirty="0"/>
              <a:t>2- Climate Modeling and Weather Prediction</a:t>
            </a:r>
          </a:p>
          <a:p>
            <a:r>
              <a:rPr lang="en-US" b="1" dirty="0"/>
              <a:t>3- Artificial Intelligence and Machine Learning</a:t>
            </a:r>
          </a:p>
          <a:p>
            <a:r>
              <a:rPr lang="en-US" b="1" dirty="0"/>
              <a:t>4- Material Science and Chemistry</a:t>
            </a:r>
          </a:p>
          <a:p>
            <a:r>
              <a:rPr lang="en-US" b="1" dirty="0"/>
              <a:t>5- Energy Optimization</a:t>
            </a:r>
          </a:p>
          <a:p>
            <a:r>
              <a:rPr lang="en-US" b="1" dirty="0"/>
              <a:t>6- Space Research and Exploration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58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2"/>
          <p:cNvSpPr txBox="1">
            <a:spLocks noGrp="1"/>
          </p:cNvSpPr>
          <p:nvPr>
            <p:ph type="title"/>
          </p:nvPr>
        </p:nvSpPr>
        <p:spPr>
          <a:xfrm>
            <a:off x="873347" y="1119275"/>
            <a:ext cx="5495400" cy="11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201"/>
              <a:t>THANKS!</a:t>
            </a:r>
            <a:endParaRPr sz="4201"/>
          </a:p>
        </p:txBody>
      </p:sp>
      <p:sp>
        <p:nvSpPr>
          <p:cNvPr id="732" name="Google Shape;732;p22"/>
          <p:cNvSpPr/>
          <p:nvPr/>
        </p:nvSpPr>
        <p:spPr>
          <a:xfrm rot="-5400000">
            <a:off x="367551" y="1527878"/>
            <a:ext cx="441426" cy="381778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3" name="Google Shape;733;p22"/>
          <p:cNvGrpSpPr/>
          <p:nvPr/>
        </p:nvGrpSpPr>
        <p:grpSpPr>
          <a:xfrm>
            <a:off x="2300981" y="-283244"/>
            <a:ext cx="5859225" cy="1631013"/>
            <a:chOff x="2389175" y="-353800"/>
            <a:chExt cx="5859225" cy="1631013"/>
          </a:xfrm>
        </p:grpSpPr>
        <p:sp>
          <p:nvSpPr>
            <p:cNvPr id="734" name="Google Shape;734;p22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</p:sp>
        <p:grpSp>
          <p:nvGrpSpPr>
            <p:cNvPr id="735" name="Google Shape;735;p22"/>
            <p:cNvGrpSpPr/>
            <p:nvPr/>
          </p:nvGrpSpPr>
          <p:grpSpPr>
            <a:xfrm rot="-5400000">
              <a:off x="5834789" y="851897"/>
              <a:ext cx="493320" cy="357312"/>
              <a:chOff x="1722354" y="229144"/>
              <a:chExt cx="1748743" cy="1266614"/>
            </a:xfrm>
          </p:grpSpPr>
          <p:sp>
            <p:nvSpPr>
              <p:cNvPr id="736" name="Google Shape;736;p22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2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738" name="Google Shape;73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692953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2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600" dirty="0">
                <a:solidFill>
                  <a:schemeClr val="lt1"/>
                </a:solidFill>
              </a:rPr>
              <a:t>13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740" name="Google Shape;74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712" y="4344823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2"/>
          <p:cNvSpPr txBox="1">
            <a:spLocks noGrp="1"/>
          </p:cNvSpPr>
          <p:nvPr>
            <p:ph type="title"/>
          </p:nvPr>
        </p:nvSpPr>
        <p:spPr>
          <a:xfrm>
            <a:off x="3131275" y="2162550"/>
            <a:ext cx="4691400" cy="13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lt1"/>
                </a:solidFill>
              </a:rPr>
              <a:t>DO YOU HAVE ANY QUESTIONS?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43" name="Google Shape;743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2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" sz="1089" b="0" i="0" u="none" strike="noStrike" cap="none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 b="0" i="0" u="none" strike="noStrike" cap="none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47" name="Google Shape;747;p2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48" name="Google Shape;748;p2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49" name="Google Shape;749;p2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61"/>
                <a:buFont typeface="Arial"/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1006</Words>
  <Application>Microsoft Office PowerPoint</Application>
  <PresentationFormat>On-screen Show (16:9)</PresentationFormat>
  <Paragraphs>114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Nunito Light</vt:lpstr>
      <vt:lpstr>Bookman Old Style</vt:lpstr>
      <vt:lpstr>Raleway ExtraBold</vt:lpstr>
      <vt:lpstr>Hanken Grotesk</vt:lpstr>
      <vt:lpstr>IBM Plex Sans</vt:lpstr>
      <vt:lpstr>Anaheim</vt:lpstr>
      <vt:lpstr>Wingdings</vt:lpstr>
      <vt:lpstr>Raleway Black</vt:lpstr>
      <vt:lpstr>Arial</vt:lpstr>
      <vt:lpstr>Calibri</vt:lpstr>
      <vt:lpstr>Technology Market Research Pitch Deck by Slidesgo</vt:lpstr>
      <vt:lpstr>OFFICIAL EVENT</vt:lpstr>
      <vt:lpstr>TABLE OF CONTENTS</vt:lpstr>
      <vt:lpstr>Parameterized circuit (ansatz)</vt:lpstr>
      <vt:lpstr>Parameterized circuit (ansatz)</vt:lpstr>
      <vt:lpstr>Parameter and the three ansätze</vt:lpstr>
      <vt:lpstr>Parameter and the three ansätze</vt:lpstr>
      <vt:lpstr>Binding values and choosing the ansatz</vt:lpstr>
      <vt:lpstr>Binding values and choosing the ansatz</vt:lpstr>
      <vt:lpstr>Parameters in the optimization loop</vt:lpstr>
      <vt:lpstr>Parameters in the optimization loop</vt:lpstr>
      <vt:lpstr>Parameters in the optimization loop</vt:lpstr>
      <vt:lpstr>Parameters in the optimization loop</vt:lpstr>
      <vt:lpstr>Real-World Quantum Applications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2024 CS-551</dc:creator>
  <cp:lastModifiedBy>Fatima Shahzadi</cp:lastModifiedBy>
  <cp:revision>3</cp:revision>
  <dcterms:modified xsi:type="dcterms:W3CDTF">2026-10-11T11:19:58Z</dcterms:modified>
</cp:coreProperties>
</file>