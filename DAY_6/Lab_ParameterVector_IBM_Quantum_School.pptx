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Lab ParameterVector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2331720"/>
            <a:ext cx="10000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2DCEB"/>
                </a:solidFill>
                <a:latin typeface="Aptos"/>
              </a:rPr>
              <a:t>Building and running parameterized quantum circuits with Qiskit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37560"/>
            <a:ext cx="400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IBM Quantum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800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4C3D7"/>
                </a:solidFill>
                <a:latin typeface="Aptos"/>
              </a:rPr>
              <a:t>Hands-on laboratory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800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6AFCD"/>
                </a:solidFill>
                <a:latin typeface="Aptos"/>
              </a:rPr>
              <a:t>Parameter Vector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What this lab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The lab works through five Parameter Vector exercises, from defining parameters to running them through a primitive.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50000"/>
            <a:ext cx="10363200" cy="6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300000"/>
            <a:ext cx="5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5CA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2300000"/>
            <a:ext cx="94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Aptos"/>
              </a:rPr>
              <a:t>Parameter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50000"/>
            <a:ext cx="10363200" cy="6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0000" y="3100000"/>
            <a:ext cx="5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5CA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3100000"/>
            <a:ext cx="94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Aptos"/>
              </a:rPr>
              <a:t>Parameter Vector with 3 loops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50000"/>
            <a:ext cx="10363200" cy="6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3900000"/>
            <a:ext cx="5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5CA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000" y="3900000"/>
            <a:ext cx="94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Aptos"/>
              </a:rPr>
              <a:t>Parameter Vector with 5000 random numbers with each parameter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50000"/>
            <a:ext cx="10363200" cy="6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0000" y="4700000"/>
            <a:ext cx="5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5CA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000" y="4700000"/>
            <a:ext cx="94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Aptos"/>
              </a:rPr>
              <a:t>Parameter Vector in optimization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50000"/>
            <a:ext cx="10363200" cy="64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000" y="5500000"/>
            <a:ext cx="5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5CA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000" y="5500000"/>
            <a:ext cx="9400000" cy="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B3748"/>
                </a:solidFill>
                <a:latin typeface="Aptos"/>
              </a:rPr>
              <a:t>Optimization Parameter vectors through primitive bloc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 · 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Setup: install Qiskit and define the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Install Qiskit, import QuantumCircuit and Parameter, then create the three symbolic parameters θ, φ and 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!pip install qiskit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from qiskit import QuantumCircuit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from qiskit.circuit import Parameter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theta = Parameter("θ")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phi = Parameter("φ")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lam = Parameter("λ")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E5CA0"/>
                </a:solidFill>
                <a:latin typeface="Aptos"/>
              </a:rPr>
              <a:t>What this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Installs Qiskit and imports the two classes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θ, φ and λ are symbolic parameters, not numbers yet.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Three parameters are ready to use in circuits.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 · 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Building three ansatz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Three one-qubit circuits are built, each adding one more parameterized gate than the one before.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ansatz1 = QuantumCircuit(1)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ansatz1.rx(theta, 0)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ansatz2 = QuantumCircuit(1)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ansatz2.rx(theta, 0)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ansatz2.rz(phi, 0)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ansatz3 = QuantumCircuit(1)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ansatz3.rx(theta, 0)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ansatz3.rz(phi, 0)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ansatz3.rx(lam, 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F6F3FB"/>
          </a:solidFill>
          <a:ln w="12700">
            <a:solidFill>
              <a:srgbClr val="F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5B4C8A"/>
                </a:solidFill>
                <a:latin typeface="Aptos"/>
              </a:rPr>
              <a:t>Gate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Ansatz 1: Rx(θ)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Ansatz 2: Rx(θ) → Rz(φ)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47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Ansatz 3: Rx(θ) → Rz(φ) → Rx(λ)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30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Each ansatz adds one more parameter.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 · 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Drawing the three ansatz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Each circuit is printed as a text diagram under its own heading.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print("--- Ansatz 1 ---")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print(ansatz1.draw())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print("\n--- Ansatz 2 ---")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print(ansatz2.draw())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print("\n--- Ansatz 3 ---")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print(ansatz3.draw())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F0F8F4"/>
          </a:solidFill>
          <a:ln w="12700">
            <a:solidFill>
              <a:srgbClr val="F0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785B"/>
                </a:solidFill>
                <a:latin typeface="Aptos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Each print shows a text drawing of one circuit.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The headings separate Ansatz 1, 2 and 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The \n adds a blank line before Ansatz 2 and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WITH 3 LOOPS  ·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Define the parameters and build Ansatz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The three parameters are defined and used to build the parameterized circuit (Ansatz 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import numpy as np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 import QuantumCircuit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qiskit.circuit import Parameter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1. Define the parameters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theta = Parameter("θ")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phi = Parameter("φ")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lam = Parameter("λ")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2. Build the parameterized circuit (Ansatz 3)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 = QuantumCircuit(1)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qc.rx(theta,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qc.rz(phi,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qc.rx(lam, 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E5CA0"/>
                </a:solidFill>
                <a:latin typeface="Aptos"/>
              </a:rPr>
              <a:t>What this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Defines θ, φ and 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Builds Ansatz 3 with Rx, Rz and Rx gates on one qubit.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The circuit is still parameterized.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WITH 3 LOOPS  ·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Value lists and the assignment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One list of values is defined per parameter, and a loop assigns one value from each list in every iteration.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3251707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10369296" cy="299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# 3. Define arrays/lists of values for each parameter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theta_vals = [0.0, 1.57, 3.14]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phi_vals   = [0.78, 1.57, 0.0]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lam_vals   = [3.14, 0.78, 1.57]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# 4. Loop through and assign parameters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for i in range(len(theta_vals)):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bound_qc = qc.assign_parameters(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    {theta: theta_vals[i], phi: phi_vals[i], lam: lam_vals[i]}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print(f"--- Iteration {i} (Values: θ={theta_vals[i]}, φ={phi_vals[i]}, λ={lam_vals[i]}) ---")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print(bound_qc.draw())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print("\n" + "="*50 + "\n")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89107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73F"/>
                </a:solidFill>
                <a:latin typeface="Aptos"/>
              </a:rPr>
              <a:t>Three iterations: each one binds θ, φ and λ and prints the bound circuit.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WITH 5000 RANDOM NUMBERS WITH EACH PARAMETER  · 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Define the parameters and build the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The same three parameters are used, and measure_all() is added so the circuit also measures its qubit.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import numpy as np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 import QuantumCircuit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qiskit.circuit import Parameter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1. Define the parameters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theta = Parameter("θ")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phi = Parameter("φ")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lam = Parameter("λ")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2. Build the parameterized 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 = QuantumCircuit(1)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qc.rx(theta,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qc.rz(phi,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qc.rx(lam,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qc.measure_all()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E5CA0"/>
                </a:solidFill>
                <a:latin typeface="Aptos"/>
              </a:rPr>
              <a:t>What this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Defines θ, φ and λ and builds the circuit.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measure_all() adds measurements to the circuit.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Ready for 5,000 sets of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WITH 5000 RANDOM NUMBERS WITH EACH PARAMETER  · 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Generate 5,000 random values and bound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Each parameter receives 5,000 random numbers between 0 and 2π, and one bound circuit is created per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2817876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10369296" cy="256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# 3. Generate 5,000 random numbers for each parameter (0 to 2*pi)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num_samples = 5000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theta_vals = np.random.uniform(0, 2 * np.pi, num_samples)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phi_vals   = np.random.uniform(0, 2 * np.pi, num_samples)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lam_vals   = np.random.uniform(0, 2 * np.pi, num_samples)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# 4. Create the bound circuits list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bound_circuits = [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   qc.assign_parameters({theta: theta_vals[i], phi: phi_vals[i], lam: lam_vals[i]})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   for i in range(num_samples)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55276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73F"/>
                </a:solidFill>
                <a:latin typeface="Aptos"/>
              </a:rPr>
              <a:t>The list comprehension creates 5,000 bound circuits, one per sample.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WITH 5000 RANDOM NUMBERS WITH EACH PARAMETER  · 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Display the first 3 circuit diagrams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Only the first three of the 5,000 bound circuits are drawn, together with the total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2043176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10369296" cy="1787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# 5. Display the circuit diagrams for the first 3 samples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print(f"Total bound circuits generated: {len(bound_circuits)}\n")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print("Displaying the circuit diagrams for the first 3 samples:\n")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for i in range(3):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print(f"--- Circuit {i} (θ={theta_vals[i]:.2f}, φ={phi_vals[i]:.2f}, λ={lam_vals[i]:.2f}) ---")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print(bound_circuits[i].draw())</a:t>
            </a:r>
          </a:p>
          <a:p>
            <a:pPr algn="l"/>
            <a:r>
              <a:rPr sz="1300">
                <a:solidFill>
                  <a:srgbClr val="EBEFF5"/>
                </a:solidFill>
                <a:latin typeface="Cascadia Mono"/>
              </a:rPr>
              <a:t>    print("\n" + "="*50 + "\n")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0576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73F"/>
                </a:solidFill>
                <a:latin typeface="Aptos"/>
              </a:rPr>
              <a:t>Parameter values are shown with two decimal places.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PARAMETER VECTOR IN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Counting the parameters in a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In optimization, the number of parameters in the ansatz tells us how many values an optimizer must provide.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 import QuantumCircuit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qiskit.circuit  import Parameter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Define the parameters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theta = Parameter("θ")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phi = Parameter("φ")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lam = Parameter("λ")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Build the ansatz 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 = QuantumCircuit(1)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ansatz.rx(theta,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ansatz.rz(phi,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ansatz.rx(lam,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Get the number of parameters in the 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num_params = ansatz.num_parameters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Print the output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print(f"This circuit has {num_params} parameters")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F0F8F4"/>
          </a:solidFill>
          <a:ln w="12700">
            <a:solidFill>
              <a:srgbClr val="F0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1785B"/>
                </a:solidFill>
                <a:latin typeface="Aptos"/>
              </a:rP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ansatz.num_parameters returns the number of parameters.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Here: θ, φ and 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Output: This circuit has 3 parameters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OPTIMIZATION PARAMETER VECTORS THROUGH PRIMITIVE BLOC  ·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Define the parameters and circuit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A measured one-qubit ansatz with three parameters is prepared, and StatevectorSampler is imported.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6629400" cy="3977639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6300216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import numpy as np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 import QuantumCircuit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qiskit.circuit import Parameter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from qiskit.primitives import StatevectorSampler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# 1. Define parameters and circuit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theta = Parameter("θ")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phi = Parameter("φ")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lam = Parameter("λ")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 = QuantumCircuit(1)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ansatz.rx(theta,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ansatz.rz(phi,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ansatz.rx(lam, 0)</a:t>
            </a:r>
          </a:p>
          <a:p>
            <a:pPr algn="l"/>
            <a:r>
              <a:rPr sz="1200">
                <a:solidFill>
                  <a:srgbClr val="EBEFF5"/>
                </a:solidFill>
                <a:latin typeface="Cascadia Mono"/>
              </a:rPr>
              <a:t>ansatz.measure_all()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57400"/>
            <a:ext cx="3566160" cy="3977639"/>
          </a:xfrm>
          <a:prstGeom prst="roundRect">
            <a:avLst/>
          </a:prstGeom>
          <a:solidFill>
            <a:srgbClr val="EFF5FC"/>
          </a:solidFill>
          <a:ln w="12700"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297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E5CA0"/>
                </a:solidFill>
                <a:latin typeface="Aptos"/>
              </a:rPr>
              <a:t>What this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1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Builds the measured ansatz with 3 parameters.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64740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B3748"/>
                </a:solidFill>
                <a:latin typeface="Aptos"/>
              </a:rPr>
              <a:t>Imports StatevectorSampler from qiskit.primitives.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957400"/>
            <a:ext cx="30175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8273F"/>
                </a:solidFill>
                <a:latin typeface="Aptos"/>
              </a:rPr>
              <a:t>Next: random values and a PUB.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5CA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47472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E5CA0"/>
                </a:solidFill>
                <a:latin typeface="Aptos"/>
              </a:rPr>
              <a:t>OPTIMIZATION PARAMETER VECTORS THROUGH PRIMITIVE BLOC  ·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8273F"/>
                </a:solidFill>
                <a:latin typeface="Aptos"/>
              </a:rPr>
              <a:t>Create the PUB and run the sampler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IBM Quantum School | Lab ParameterVector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B3748"/>
                </a:solidFill>
                <a:latin typeface="Aptos"/>
              </a:rPr>
              <a:t>The circuit and the 5,000 sets of parameter values are combined into one primitive unified bloc (PUB) and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10698480" cy="3251707"/>
          </a:xfrm>
          <a:prstGeom prst="roundRect">
            <a:avLst/>
          </a:prstGeom>
          <a:solidFill>
            <a:srgbClr val="202937"/>
          </a:solidFill>
          <a:ln w="12700">
            <a:solidFill>
              <a:srgbClr val="20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10369296" cy="299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# 2. Generate random parameter values (e.g., 5000 sets)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num_samples = 5000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param_values = np.random.uniform(0, 2 * np.pi, (num_samples, ansatz.num_parameters))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# 3. Create a primitive unified bloc (pub) combining the circuit and parameter values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pubs = [(ansatz, param_values)]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# 4. Run the sampler with the pub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sampler = StatevectorSampler()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job = sampler.run(pubs)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result = job.result()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 </a:t>
            </a:r>
          </a:p>
          <a:p>
            <a:pPr algn="l"/>
            <a:r>
              <a:rPr sz="1400">
                <a:solidFill>
                  <a:srgbClr val="EBEFF5"/>
                </a:solidFill>
                <a:latin typeface="Cascadia Mono"/>
              </a:rPr>
              <a:t>print(f"Successfully executed job with {num_samples} parameter sets encapsulated in pubs!")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89107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8273F"/>
                </a:solidFill>
                <a:latin typeface="Aptos"/>
              </a:rPr>
              <a:t>param_values has shape (5000, 3): 5,000 parameter sets, 3 parameters each.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Lab ParameterVector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BECDE1"/>
                </a:solidFill>
                <a:latin typeface="Aptos"/>
              </a:rPr>
              <a:t>The central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10058400" cy="1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Define parameters  →  build a circuit  →  assign values  → 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BECDE1"/>
                </a:solidFill>
                <a:latin typeface="Aptos"/>
              </a:rPr>
              <a:t>Parameter Vector exercises with loops, 5,000 random values, optimization and a primitive.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Estimator Primitive — IBM Quantum School</dc:title>
  <dc:subject>Simple professional EstimatorV2 teaching presentation</dc:subject>
  <dc:creator>IBM Quantum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