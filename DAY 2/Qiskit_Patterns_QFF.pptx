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1.xml" ContentType="application/vnd.openxmlformats-officedocument.presentationml.slide+xml"/>
  <Override PartName="/ppt/slides/slide13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1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75" r:id="rId21"/>
    <p:sldId id="263" r:id="rId9"/>
    <p:sldId id="264" r:id="rId10"/>
    <p:sldId id="274" r:id="rId20"/>
    <p:sldId id="273" r:id="rId19"/>
    <p:sldId id="262" r:id="rId8"/>
    <p:sldId id="266" r:id="rId12"/>
    <p:sldId id="268" r:id="rId14"/>
    <p:sldId id="276" r:id="rId22"/>
    <p:sldId id="277" r:id="rId23"/>
  </p:sldIdLst>
  <p:sldSz cx="9144000" cy="5143500" type="screen16x9"/>
  <p:notesSz cx="6858000" cy="9144000"/>
  <p:embeddedFontLst>
    <p:embeddedFont>
      <p:font typeface="Anaheim" panose="020B0604020202020204" charset="0"/>
      <p:regular r:id="rId25"/>
      <p:bold r:id="rId26"/>
    </p:embeddedFont>
    <p:embeddedFont>
      <p:font typeface="Hanken Grotesk" panose="020B0604020202020204" charset="0"/>
      <p:regular r:id="rId27"/>
      <p:bold r:id="rId28"/>
      <p:italic r:id="rId29"/>
      <p:boldItalic r:id="rId30"/>
    </p:embeddedFont>
    <p:embeddedFont>
      <p:font typeface="IBM Plex Sans" panose="020B0503050203000203" pitchFamily="34" charset="0"/>
      <p:regular r:id="rId31"/>
      <p:bold r:id="rId32"/>
      <p:italic r:id="rId33"/>
      <p:boldItalic r:id="rId34"/>
    </p:embeddedFont>
    <p:embeddedFont>
      <p:font typeface="Nunito Light" pitchFamily="2" charset="0"/>
      <p:regular r:id="rId35"/>
    </p:embeddedFont>
    <p:embeddedFont>
      <p:font typeface="Raleway" pitchFamily="2" charset="0"/>
      <p:regular r:id="rId36"/>
      <p:bold r:id="rId37"/>
      <p:italic r:id="rId38"/>
      <p:boldItalic r:id="rId39"/>
    </p:embeddedFont>
    <p:embeddedFont>
      <p:font typeface="Raleway Black" pitchFamily="2" charset="0"/>
      <p:bold r:id="rId40"/>
      <p:boldItalic r:id="rId41"/>
    </p:embeddedFont>
    <p:embeddedFont>
      <p:font typeface="Raleway ExtraBold" pitchFamily="2" charset="0"/>
      <p:bold r:id="rId42"/>
      <p:boldItalic r:id="rId4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001A04D-C638-4EFC-8514-7DB338901487}">
  <a:tblStyle styleId="{6001A04D-C638-4EFC-8514-7DB33890148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60" y="9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2" Type="http://schemas.openxmlformats.org/officeDocument/2006/relationships/slide" Target="slides/slide11.xml"/><Relationship Id="rId14" Type="http://schemas.openxmlformats.org/officeDocument/2006/relationships/slide" Target="slides/slide13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font" Target="fonts/font1.fntdata"/><Relationship Id="rId26" Type="http://schemas.openxmlformats.org/officeDocument/2006/relationships/font" Target="fonts/font2.fntdata"/><Relationship Id="rId27" Type="http://schemas.openxmlformats.org/officeDocument/2006/relationships/font" Target="fonts/font3.fntdata"/><Relationship Id="rId28" Type="http://schemas.openxmlformats.org/officeDocument/2006/relationships/font" Target="fonts/font4.fntdata"/><Relationship Id="rId29" Type="http://schemas.openxmlformats.org/officeDocument/2006/relationships/font" Target="fonts/font5.fntdata"/><Relationship Id="rId30" Type="http://schemas.openxmlformats.org/officeDocument/2006/relationships/font" Target="fonts/font6.fntdata"/><Relationship Id="rId31" Type="http://schemas.openxmlformats.org/officeDocument/2006/relationships/font" Target="fonts/font7.fntdata"/><Relationship Id="rId32" Type="http://schemas.openxmlformats.org/officeDocument/2006/relationships/font" Target="fonts/font8.fntdata"/><Relationship Id="rId33" Type="http://schemas.openxmlformats.org/officeDocument/2006/relationships/font" Target="fonts/font9.fntdata"/><Relationship Id="rId34" Type="http://schemas.openxmlformats.org/officeDocument/2006/relationships/font" Target="fonts/font10.fntdata"/><Relationship Id="rId35" Type="http://schemas.openxmlformats.org/officeDocument/2006/relationships/font" Target="fonts/font11.fntdata"/><Relationship Id="rId36" Type="http://schemas.openxmlformats.org/officeDocument/2006/relationships/font" Target="fonts/font12.fntdata"/><Relationship Id="rId37" Type="http://schemas.openxmlformats.org/officeDocument/2006/relationships/font" Target="fonts/font13.fntdata"/><Relationship Id="rId38" Type="http://schemas.openxmlformats.org/officeDocument/2006/relationships/font" Target="fonts/font14.fntdata"/><Relationship Id="rId39" Type="http://schemas.openxmlformats.org/officeDocument/2006/relationships/font" Target="fonts/font15.fntdata"/><Relationship Id="rId40" Type="http://schemas.openxmlformats.org/officeDocument/2006/relationships/font" Target="fonts/font16.fntdata"/><Relationship Id="rId41" Type="http://schemas.openxmlformats.org/officeDocument/2006/relationships/font" Target="fonts/font17.fntdata"/><Relationship Id="rId42" Type="http://schemas.openxmlformats.org/officeDocument/2006/relationships/font" Target="fonts/font18.fntdata"/><Relationship Id="rId43" Type="http://schemas.openxmlformats.org/officeDocument/2006/relationships/font" Target="fonts/font19.fntdata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g2576a45fa49_2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4" name="Google Shape;654;g2576a45fa49_2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9" name="Google Shape;679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1" name="Google Shape;691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8" name="Google Shape;718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2" name="Google Shape;732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5" name="Google Shape;755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g184d99d1a72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1" name="Google Shape;771;g184d99d1a72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g3facb4c0697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9" name="Google Shape;799;g3facb4c0697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g184d99d1a72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2" name="Google Shape;822;g184d99d1a72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g3facb4c0697_0_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9" name="Google Shape;909;g3facb4c0697_0_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g54dda1946d_4_27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5" name="Google Shape;975;g54dda1946d_4_27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7" name="Google Shape;1207;g3facb4c0697_0_2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8" name="Google Shape;1208;g3facb4c0697_0_2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0" name="Google Shape;1230;g216241d4a31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1" name="Google Shape;1231;g216241d4a31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5" name="Google Shape;1265;g16bb02b265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6" name="Google Shape;1266;g16bb02b265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3" name="Google Shape;1283;g51b1a71d38_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4" name="Google Shape;1284;g51b1a71d38_3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7" name="Google Shape;1307;g3facb4c0697_0_1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8" name="Google Shape;1308;g3facb4c0697_0_1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115975" y="1999150"/>
            <a:ext cx="4384800" cy="169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34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115975" y="3719650"/>
            <a:ext cx="4384800" cy="37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7612300" y="-540750"/>
            <a:ext cx="1111343" cy="1111343"/>
            <a:chOff x="8307725" y="278700"/>
            <a:chExt cx="1111343" cy="1111343"/>
          </a:xfrm>
        </p:grpSpPr>
        <p:sp>
          <p:nvSpPr>
            <p:cNvPr id="12" name="Google Shape;12;p2"/>
            <p:cNvSpPr/>
            <p:nvPr/>
          </p:nvSpPr>
          <p:spPr>
            <a:xfrm>
              <a:off x="8307725" y="278700"/>
              <a:ext cx="1111343" cy="1111343"/>
            </a:xfrm>
            <a:custGeom>
              <a:avLst/>
              <a:gdLst/>
              <a:ahLst/>
              <a:cxnLst/>
              <a:rect l="l" t="t" r="r" b="b"/>
              <a:pathLst>
                <a:path w="17396" h="17396" fill="none" extrusionOk="0">
                  <a:moveTo>
                    <a:pt x="8698" y="1"/>
                  </a:moveTo>
                  <a:cubicBezTo>
                    <a:pt x="13503" y="1"/>
                    <a:pt x="17395" y="3893"/>
                    <a:pt x="17395" y="8698"/>
                  </a:cubicBezTo>
                  <a:cubicBezTo>
                    <a:pt x="17395" y="13496"/>
                    <a:pt x="13503" y="17396"/>
                    <a:pt x="8698" y="17396"/>
                  </a:cubicBezTo>
                  <a:cubicBezTo>
                    <a:pt x="3900" y="17396"/>
                    <a:pt x="1" y="13496"/>
                    <a:pt x="1" y="8698"/>
                  </a:cubicBezTo>
                  <a:cubicBezTo>
                    <a:pt x="1" y="3893"/>
                    <a:pt x="3900" y="1"/>
                    <a:pt x="8698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8481362" y="452337"/>
              <a:ext cx="764065" cy="762212"/>
            </a:xfrm>
            <a:custGeom>
              <a:avLst/>
              <a:gdLst/>
              <a:ahLst/>
              <a:cxnLst/>
              <a:rect l="l" t="t" r="r" b="b"/>
              <a:pathLst>
                <a:path w="11960" h="11931" fill="none" extrusionOk="0">
                  <a:moveTo>
                    <a:pt x="5980" y="1"/>
                  </a:moveTo>
                  <a:cubicBezTo>
                    <a:pt x="9271" y="1"/>
                    <a:pt x="11960" y="2653"/>
                    <a:pt x="11960" y="5980"/>
                  </a:cubicBezTo>
                  <a:cubicBezTo>
                    <a:pt x="11960" y="9271"/>
                    <a:pt x="9271" y="11931"/>
                    <a:pt x="5980" y="11931"/>
                  </a:cubicBezTo>
                  <a:cubicBezTo>
                    <a:pt x="2690" y="11931"/>
                    <a:pt x="1" y="9271"/>
                    <a:pt x="1" y="5980"/>
                  </a:cubicBezTo>
                  <a:cubicBezTo>
                    <a:pt x="1" y="2653"/>
                    <a:pt x="2690" y="1"/>
                    <a:pt x="598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" name="Google Shape;14;p2"/>
          <p:cNvGrpSpPr/>
          <p:nvPr/>
        </p:nvGrpSpPr>
        <p:grpSpPr>
          <a:xfrm>
            <a:off x="8208698" y="2109319"/>
            <a:ext cx="1160062" cy="247278"/>
            <a:chOff x="8208698" y="2109319"/>
            <a:chExt cx="1160062" cy="247278"/>
          </a:xfrm>
        </p:grpSpPr>
        <p:sp>
          <p:nvSpPr>
            <p:cNvPr id="15" name="Google Shape;15;p2"/>
            <p:cNvSpPr/>
            <p:nvPr/>
          </p:nvSpPr>
          <p:spPr>
            <a:xfrm rot="5400000">
              <a:off x="8424637" y="1893379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 rot="-5400000">
              <a:off x="8917458" y="1905296"/>
              <a:ext cx="75100" cy="827502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" name="Google Shape;17;p2"/>
          <p:cNvGrpSpPr/>
          <p:nvPr/>
        </p:nvGrpSpPr>
        <p:grpSpPr>
          <a:xfrm rot="5400000" flipH="1">
            <a:off x="6277862" y="5350755"/>
            <a:ext cx="4486819" cy="625122"/>
            <a:chOff x="-78438" y="4073905"/>
            <a:chExt cx="4486819" cy="625122"/>
          </a:xfrm>
        </p:grpSpPr>
        <p:cxnSp>
          <p:nvCxnSpPr>
            <p:cNvPr id="18" name="Google Shape;18;p2"/>
            <p:cNvCxnSpPr/>
            <p:nvPr/>
          </p:nvCxnSpPr>
          <p:spPr>
            <a:xfrm>
              <a:off x="1857762" y="2762827"/>
              <a:ext cx="0" cy="3872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" name="Google Shape;19;p2"/>
            <p:cNvCxnSpPr/>
            <p:nvPr/>
          </p:nvCxnSpPr>
          <p:spPr>
            <a:xfrm rot="-5400000">
              <a:off x="3788541" y="4241677"/>
              <a:ext cx="464100" cy="450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0" name="Google Shape;20;p2"/>
            <p:cNvSpPr/>
            <p:nvPr/>
          </p:nvSpPr>
          <p:spPr>
            <a:xfrm>
              <a:off x="4214956" y="4073905"/>
              <a:ext cx="193425" cy="191350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" name="Google Shape;21;p2"/>
          <p:cNvGrpSpPr/>
          <p:nvPr/>
        </p:nvGrpSpPr>
        <p:grpSpPr>
          <a:xfrm rot="-5400000">
            <a:off x="8388339" y="1273396"/>
            <a:ext cx="493321" cy="357312"/>
            <a:chOff x="1722354" y="229144"/>
            <a:chExt cx="1748744" cy="1266614"/>
          </a:xfrm>
        </p:grpSpPr>
        <p:sp>
          <p:nvSpPr>
            <p:cNvPr id="22" name="Google Shape;22;p2"/>
            <p:cNvSpPr/>
            <p:nvPr/>
          </p:nvSpPr>
          <p:spPr>
            <a:xfrm rot="10800000">
              <a:off x="2239107" y="792406"/>
              <a:ext cx="1231990" cy="703352"/>
            </a:xfrm>
            <a:custGeom>
              <a:avLst/>
              <a:gdLst/>
              <a:ahLst/>
              <a:cxnLst/>
              <a:rect l="l" t="t" r="r" b="b"/>
              <a:pathLst>
                <a:path w="4864" h="2777" fill="none" extrusionOk="0">
                  <a:moveTo>
                    <a:pt x="4863" y="2776"/>
                  </a:moveTo>
                  <a:lnTo>
                    <a:pt x="2051" y="0"/>
                  </a:lnTo>
                  <a:lnTo>
                    <a:pt x="0" y="0"/>
                  </a:lnTo>
                </a:path>
              </a:pathLst>
            </a:custGeom>
            <a:solidFill>
              <a:schemeClr val="lt2"/>
            </a:solidFill>
            <a:ln w="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 rot="10800000">
              <a:off x="1722354" y="229144"/>
              <a:ext cx="627506" cy="620727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 txBox="1">
            <a:spLocks noGrp="1"/>
          </p:cNvSpPr>
          <p:nvPr>
            <p:ph type="title"/>
          </p:nvPr>
        </p:nvSpPr>
        <p:spPr>
          <a:xfrm>
            <a:off x="1136800" y="2325725"/>
            <a:ext cx="3653400" cy="989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4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title" idx="2" hasCustomPrompt="1"/>
          </p:nvPr>
        </p:nvSpPr>
        <p:spPr>
          <a:xfrm>
            <a:off x="4790350" y="2279800"/>
            <a:ext cx="1343100" cy="9894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9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grpSp>
        <p:nvGrpSpPr>
          <p:cNvPr id="27" name="Google Shape;27;p3"/>
          <p:cNvGrpSpPr/>
          <p:nvPr/>
        </p:nvGrpSpPr>
        <p:grpSpPr>
          <a:xfrm rot="-5400000">
            <a:off x="3860412" y="-1906049"/>
            <a:ext cx="3859204" cy="615399"/>
            <a:chOff x="-6675" y="307100"/>
            <a:chExt cx="9140700" cy="4634025"/>
          </a:xfrm>
        </p:grpSpPr>
        <p:cxnSp>
          <p:nvCxnSpPr>
            <p:cNvPr id="28" name="Google Shape;28;p3"/>
            <p:cNvCxnSpPr/>
            <p:nvPr/>
          </p:nvCxnSpPr>
          <p:spPr>
            <a:xfrm>
              <a:off x="-6675" y="307100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9" name="Google Shape;29;p3"/>
            <p:cNvCxnSpPr/>
            <p:nvPr/>
          </p:nvCxnSpPr>
          <p:spPr>
            <a:xfrm>
              <a:off x="-6675" y="1336883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0" name="Google Shape;30;p3"/>
            <p:cNvCxnSpPr/>
            <p:nvPr/>
          </p:nvCxnSpPr>
          <p:spPr>
            <a:xfrm>
              <a:off x="-6675" y="821992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1" name="Google Shape;31;p3"/>
            <p:cNvCxnSpPr/>
            <p:nvPr/>
          </p:nvCxnSpPr>
          <p:spPr>
            <a:xfrm>
              <a:off x="-6675" y="1851775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" name="Google Shape;32;p3"/>
            <p:cNvCxnSpPr/>
            <p:nvPr/>
          </p:nvCxnSpPr>
          <p:spPr>
            <a:xfrm>
              <a:off x="-6675" y="2366667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" name="Google Shape;33;p3"/>
            <p:cNvCxnSpPr/>
            <p:nvPr/>
          </p:nvCxnSpPr>
          <p:spPr>
            <a:xfrm>
              <a:off x="-6675" y="2881558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" name="Google Shape;34;p3"/>
            <p:cNvCxnSpPr/>
            <p:nvPr/>
          </p:nvCxnSpPr>
          <p:spPr>
            <a:xfrm>
              <a:off x="-6675" y="3396450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" name="Google Shape;35;p3"/>
            <p:cNvCxnSpPr/>
            <p:nvPr/>
          </p:nvCxnSpPr>
          <p:spPr>
            <a:xfrm>
              <a:off x="-6675" y="3911342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" name="Google Shape;36;p3"/>
            <p:cNvCxnSpPr/>
            <p:nvPr/>
          </p:nvCxnSpPr>
          <p:spPr>
            <a:xfrm>
              <a:off x="-6675" y="4426233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" name="Google Shape;37;p3"/>
            <p:cNvCxnSpPr/>
            <p:nvPr/>
          </p:nvCxnSpPr>
          <p:spPr>
            <a:xfrm>
              <a:off x="-6675" y="4941125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38" name="Google Shape;38;p3"/>
          <p:cNvGrpSpPr/>
          <p:nvPr/>
        </p:nvGrpSpPr>
        <p:grpSpPr>
          <a:xfrm>
            <a:off x="-415272" y="538801"/>
            <a:ext cx="7636891" cy="5144942"/>
            <a:chOff x="-415272" y="538801"/>
            <a:chExt cx="7636891" cy="5144942"/>
          </a:xfrm>
        </p:grpSpPr>
        <p:grpSp>
          <p:nvGrpSpPr>
            <p:cNvPr id="39" name="Google Shape;39;p3"/>
            <p:cNvGrpSpPr/>
            <p:nvPr/>
          </p:nvGrpSpPr>
          <p:grpSpPr>
            <a:xfrm>
              <a:off x="6110275" y="4572400"/>
              <a:ext cx="1111343" cy="1111343"/>
              <a:chOff x="8307725" y="278700"/>
              <a:chExt cx="1111343" cy="1111343"/>
            </a:xfrm>
          </p:grpSpPr>
          <p:sp>
            <p:nvSpPr>
              <p:cNvPr id="40" name="Google Shape;40;p3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avLst/>
                <a:gdLst/>
                <a:ahLst/>
                <a:cxnLst/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41;p3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avLst/>
                <a:gdLst/>
                <a:ahLst/>
                <a:cxnLst/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2" name="Google Shape;42;p3"/>
            <p:cNvGrpSpPr/>
            <p:nvPr/>
          </p:nvGrpSpPr>
          <p:grpSpPr>
            <a:xfrm>
              <a:off x="-415272" y="538801"/>
              <a:ext cx="2027056" cy="586283"/>
              <a:chOff x="-415272" y="538801"/>
              <a:chExt cx="2027056" cy="586283"/>
            </a:xfrm>
          </p:grpSpPr>
          <p:sp>
            <p:nvSpPr>
              <p:cNvPr id="43" name="Google Shape;43;p3"/>
              <p:cNvSpPr/>
              <p:nvPr/>
            </p:nvSpPr>
            <p:spPr>
              <a:xfrm rot="-5400000">
                <a:off x="1352729" y="32286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44;p3"/>
              <p:cNvSpPr/>
              <p:nvPr/>
            </p:nvSpPr>
            <p:spPr>
              <a:xfrm rot="-5400000">
                <a:off x="-39071" y="673783"/>
                <a:ext cx="75100" cy="827502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body" idx="1"/>
          </p:nvPr>
        </p:nvSpPr>
        <p:spPr>
          <a:xfrm>
            <a:off x="720000" y="1056776"/>
            <a:ext cx="7704000" cy="42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grpSp>
        <p:nvGrpSpPr>
          <p:cNvPr id="48" name="Google Shape;48;p4"/>
          <p:cNvGrpSpPr/>
          <p:nvPr/>
        </p:nvGrpSpPr>
        <p:grpSpPr>
          <a:xfrm>
            <a:off x="188277" y="1651177"/>
            <a:ext cx="8669316" cy="2098194"/>
            <a:chOff x="188277" y="1651177"/>
            <a:chExt cx="8669316" cy="2098194"/>
          </a:xfrm>
        </p:grpSpPr>
        <p:sp>
          <p:nvSpPr>
            <p:cNvPr id="49" name="Google Shape;49;p4"/>
            <p:cNvSpPr/>
            <p:nvPr/>
          </p:nvSpPr>
          <p:spPr>
            <a:xfrm rot="10800000">
              <a:off x="8650702" y="1651177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4"/>
            <p:cNvSpPr/>
            <p:nvPr/>
          </p:nvSpPr>
          <p:spPr>
            <a:xfrm rot="10800000">
              <a:off x="8814477" y="1942327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1" name="Google Shape;51;p4"/>
            <p:cNvGrpSpPr/>
            <p:nvPr/>
          </p:nvGrpSpPr>
          <p:grpSpPr>
            <a:xfrm>
              <a:off x="188277" y="2983227"/>
              <a:ext cx="206891" cy="766144"/>
              <a:chOff x="8650702" y="3525402"/>
              <a:chExt cx="206891" cy="766144"/>
            </a:xfrm>
          </p:grpSpPr>
          <p:sp>
            <p:nvSpPr>
              <p:cNvPr id="52" name="Google Shape;52;p4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53;p4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4" name="Google Shape;54;p4"/>
          <p:cNvGrpSpPr/>
          <p:nvPr/>
        </p:nvGrpSpPr>
        <p:grpSpPr>
          <a:xfrm>
            <a:off x="-1181862" y="-331600"/>
            <a:ext cx="11020270" cy="5673388"/>
            <a:chOff x="-1181862" y="-331600"/>
            <a:chExt cx="11020270" cy="5673388"/>
          </a:xfrm>
        </p:grpSpPr>
        <p:grpSp>
          <p:nvGrpSpPr>
            <p:cNvPr id="55" name="Google Shape;55;p4"/>
            <p:cNvGrpSpPr/>
            <p:nvPr/>
          </p:nvGrpSpPr>
          <p:grpSpPr>
            <a:xfrm>
              <a:off x="8873150" y="1130915"/>
              <a:ext cx="965258" cy="273510"/>
              <a:chOff x="-6675" y="2881558"/>
              <a:chExt cx="9140700" cy="2059567"/>
            </a:xfrm>
          </p:grpSpPr>
          <p:cxnSp>
            <p:nvCxnSpPr>
              <p:cNvPr id="56" name="Google Shape;56;p4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7" name="Google Shape;57;p4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8" name="Google Shape;58;p4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9" name="Google Shape;59;p4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0" name="Google Shape;60;p4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61" name="Google Shape;61;p4"/>
            <p:cNvSpPr/>
            <p:nvPr/>
          </p:nvSpPr>
          <p:spPr>
            <a:xfrm>
              <a:off x="8095400" y="-331600"/>
              <a:ext cx="1470082" cy="2332467"/>
            </a:xfrm>
            <a:custGeom>
              <a:avLst/>
              <a:gdLst/>
              <a:ahLst/>
              <a:cxnLst/>
              <a:rect l="l" t="t" r="r" b="b"/>
              <a:pathLst>
                <a:path w="83338" h="132226" extrusionOk="0">
                  <a:moveTo>
                    <a:pt x="0" y="0"/>
                  </a:moveTo>
                  <a:lnTo>
                    <a:pt x="0" y="30327"/>
                  </a:lnTo>
                  <a:lnTo>
                    <a:pt x="43914" y="74240"/>
                  </a:lnTo>
                  <a:lnTo>
                    <a:pt x="43914" y="105053"/>
                  </a:lnTo>
                  <a:lnTo>
                    <a:pt x="83338" y="127814"/>
                  </a:lnTo>
                  <a:lnTo>
                    <a:pt x="80791" y="132226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62" name="Google Shape;62;p4"/>
            <p:cNvGrpSpPr/>
            <p:nvPr/>
          </p:nvGrpSpPr>
          <p:grpSpPr>
            <a:xfrm rot="10800000" flipH="1">
              <a:off x="8650689" y="182196"/>
              <a:ext cx="493321" cy="357312"/>
              <a:chOff x="1722354" y="229144"/>
              <a:chExt cx="1748744" cy="1266614"/>
            </a:xfrm>
          </p:grpSpPr>
          <p:sp>
            <p:nvSpPr>
              <p:cNvPr id="63" name="Google Shape;63;p4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Google Shape;64;p4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5" name="Google Shape;65;p4"/>
            <p:cNvSpPr/>
            <p:nvPr/>
          </p:nvSpPr>
          <p:spPr>
            <a:xfrm rot="5400000">
              <a:off x="-191675" y="3481200"/>
              <a:ext cx="870400" cy="2850775"/>
            </a:xfrm>
            <a:custGeom>
              <a:avLst/>
              <a:gdLst/>
              <a:ahLst/>
              <a:cxnLst/>
              <a:rect l="l" t="t" r="r" b="b"/>
              <a:pathLst>
                <a:path w="34816" h="114031" extrusionOk="0">
                  <a:moveTo>
                    <a:pt x="18318" y="0"/>
                  </a:moveTo>
                  <a:lnTo>
                    <a:pt x="18318" y="9948"/>
                  </a:lnTo>
                  <a:lnTo>
                    <a:pt x="0" y="28265"/>
                  </a:lnTo>
                  <a:lnTo>
                    <a:pt x="0" y="48039"/>
                  </a:lnTo>
                  <a:lnTo>
                    <a:pt x="10736" y="58775"/>
                  </a:lnTo>
                  <a:lnTo>
                    <a:pt x="34816" y="58775"/>
                  </a:lnTo>
                  <a:lnTo>
                    <a:pt x="34816" y="114031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66" name="Google Shape;66;p4"/>
            <p:cNvGrpSpPr/>
            <p:nvPr/>
          </p:nvGrpSpPr>
          <p:grpSpPr>
            <a:xfrm rot="-5400000" flipH="1">
              <a:off x="159064" y="4046096"/>
              <a:ext cx="493321" cy="357312"/>
              <a:chOff x="1722354" y="229144"/>
              <a:chExt cx="1748744" cy="1266614"/>
            </a:xfrm>
          </p:grpSpPr>
          <p:sp>
            <p:nvSpPr>
              <p:cNvPr id="67" name="Google Shape;67;p4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Google Shape;68;p4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9" name="Google Shape;69;p4"/>
            <p:cNvGrpSpPr/>
            <p:nvPr/>
          </p:nvGrpSpPr>
          <p:grpSpPr>
            <a:xfrm>
              <a:off x="-776975" y="4800515"/>
              <a:ext cx="965258" cy="273510"/>
              <a:chOff x="-6675" y="2881558"/>
              <a:chExt cx="9140700" cy="2059567"/>
            </a:xfrm>
          </p:grpSpPr>
          <p:cxnSp>
            <p:nvCxnSpPr>
              <p:cNvPr id="70" name="Google Shape;70;p4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1" name="Google Shape;71;p4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2" name="Google Shape;72;p4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3" name="Google Shape;73;p4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4" name="Google Shape;74;p4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75" name="Google Shape;75;p4"/>
          <p:cNvGrpSpPr/>
          <p:nvPr/>
        </p:nvGrpSpPr>
        <p:grpSpPr>
          <a:xfrm>
            <a:off x="-142612" y="-168664"/>
            <a:ext cx="7919030" cy="2888968"/>
            <a:chOff x="-142612" y="-168664"/>
            <a:chExt cx="7919030" cy="2888968"/>
          </a:xfrm>
        </p:grpSpPr>
        <p:sp>
          <p:nvSpPr>
            <p:cNvPr id="76" name="Google Shape;76;p4"/>
            <p:cNvSpPr/>
            <p:nvPr/>
          </p:nvSpPr>
          <p:spPr>
            <a:xfrm rot="10800000">
              <a:off x="7736362" y="-168664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4"/>
            <p:cNvSpPr/>
            <p:nvPr/>
          </p:nvSpPr>
          <p:spPr>
            <a:xfrm rot="5400000">
              <a:off x="57800" y="247983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8" name="Google Shape;78;p4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81" name="Google Shape;81;p5"/>
          <p:cNvSpPr txBox="1">
            <a:spLocks noGrp="1"/>
          </p:cNvSpPr>
          <p:nvPr>
            <p:ph type="subTitle" idx="1"/>
          </p:nvPr>
        </p:nvSpPr>
        <p:spPr>
          <a:xfrm>
            <a:off x="4861824" y="2438075"/>
            <a:ext cx="2610900" cy="14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5"/>
          <p:cNvSpPr txBox="1">
            <a:spLocks noGrp="1"/>
          </p:cNvSpPr>
          <p:nvPr>
            <p:ph type="subTitle" idx="2"/>
          </p:nvPr>
        </p:nvSpPr>
        <p:spPr>
          <a:xfrm>
            <a:off x="1671269" y="2438075"/>
            <a:ext cx="2610900" cy="14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5"/>
          <p:cNvSpPr txBox="1">
            <a:spLocks noGrp="1"/>
          </p:cNvSpPr>
          <p:nvPr>
            <p:ph type="subTitle" idx="3"/>
          </p:nvPr>
        </p:nvSpPr>
        <p:spPr>
          <a:xfrm>
            <a:off x="1671269" y="2041650"/>
            <a:ext cx="2610900" cy="48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84" name="Google Shape;84;p5"/>
          <p:cNvSpPr txBox="1">
            <a:spLocks noGrp="1"/>
          </p:cNvSpPr>
          <p:nvPr>
            <p:ph type="subTitle" idx="4"/>
          </p:nvPr>
        </p:nvSpPr>
        <p:spPr>
          <a:xfrm>
            <a:off x="4861831" y="2041650"/>
            <a:ext cx="2610900" cy="48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grpSp>
        <p:nvGrpSpPr>
          <p:cNvPr id="85" name="Google Shape;85;p5"/>
          <p:cNvGrpSpPr/>
          <p:nvPr/>
        </p:nvGrpSpPr>
        <p:grpSpPr>
          <a:xfrm>
            <a:off x="188277" y="2438079"/>
            <a:ext cx="8669349" cy="1311292"/>
            <a:chOff x="188277" y="2438079"/>
            <a:chExt cx="8669349" cy="1311292"/>
          </a:xfrm>
        </p:grpSpPr>
        <p:sp>
          <p:nvSpPr>
            <p:cNvPr id="86" name="Google Shape;86;p5"/>
            <p:cNvSpPr/>
            <p:nvPr/>
          </p:nvSpPr>
          <p:spPr>
            <a:xfrm rot="10800000">
              <a:off x="8615635" y="2983229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5"/>
            <p:cNvSpPr/>
            <p:nvPr/>
          </p:nvSpPr>
          <p:spPr>
            <a:xfrm rot="10800000">
              <a:off x="8814510" y="2438079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8" name="Google Shape;88;p5"/>
            <p:cNvGrpSpPr/>
            <p:nvPr/>
          </p:nvGrpSpPr>
          <p:grpSpPr>
            <a:xfrm>
              <a:off x="188277" y="2983227"/>
              <a:ext cx="206891" cy="766144"/>
              <a:chOff x="8650702" y="3525402"/>
              <a:chExt cx="206891" cy="766144"/>
            </a:xfrm>
          </p:grpSpPr>
          <p:sp>
            <p:nvSpPr>
              <p:cNvPr id="89" name="Google Shape;89;p5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Google Shape;90;p5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91" name="Google Shape;91;p5"/>
          <p:cNvGrpSpPr/>
          <p:nvPr/>
        </p:nvGrpSpPr>
        <p:grpSpPr>
          <a:xfrm>
            <a:off x="-2835749" y="5"/>
            <a:ext cx="12294866" cy="7634520"/>
            <a:chOff x="-2835749" y="5"/>
            <a:chExt cx="12294866" cy="7634520"/>
          </a:xfrm>
        </p:grpSpPr>
        <p:sp>
          <p:nvSpPr>
            <p:cNvPr id="92" name="Google Shape;92;p5"/>
            <p:cNvSpPr/>
            <p:nvPr/>
          </p:nvSpPr>
          <p:spPr>
            <a:xfrm flipH="1">
              <a:off x="-2835749" y="5"/>
              <a:ext cx="3174344" cy="5036488"/>
            </a:xfrm>
            <a:custGeom>
              <a:avLst/>
              <a:gdLst/>
              <a:ahLst/>
              <a:cxnLst/>
              <a:rect l="l" t="t" r="r" b="b"/>
              <a:pathLst>
                <a:path w="83338" h="132226" extrusionOk="0">
                  <a:moveTo>
                    <a:pt x="0" y="0"/>
                  </a:moveTo>
                  <a:lnTo>
                    <a:pt x="0" y="30327"/>
                  </a:lnTo>
                  <a:lnTo>
                    <a:pt x="43914" y="74240"/>
                  </a:lnTo>
                  <a:lnTo>
                    <a:pt x="43914" y="105053"/>
                  </a:lnTo>
                  <a:lnTo>
                    <a:pt x="83338" y="127814"/>
                  </a:lnTo>
                  <a:lnTo>
                    <a:pt x="80791" y="132226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93" name="Google Shape;93;p5"/>
            <p:cNvGrpSpPr/>
            <p:nvPr/>
          </p:nvGrpSpPr>
          <p:grpSpPr>
            <a:xfrm rot="10800000">
              <a:off x="29436" y="1468071"/>
              <a:ext cx="493321" cy="357312"/>
              <a:chOff x="2199401" y="229144"/>
              <a:chExt cx="1748744" cy="1266614"/>
            </a:xfrm>
          </p:grpSpPr>
          <p:sp>
            <p:nvSpPr>
              <p:cNvPr id="94" name="Google Shape;94;p5"/>
              <p:cNvSpPr/>
              <p:nvPr/>
            </p:nvSpPr>
            <p:spPr>
              <a:xfrm rot="10800000">
                <a:off x="2716154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Google Shape;95;p5"/>
              <p:cNvSpPr/>
              <p:nvPr/>
            </p:nvSpPr>
            <p:spPr>
              <a:xfrm rot="10800000">
                <a:off x="2199401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96" name="Google Shape;96;p5"/>
            <p:cNvSpPr/>
            <p:nvPr/>
          </p:nvSpPr>
          <p:spPr>
            <a:xfrm>
              <a:off x="8212964" y="3553070"/>
              <a:ext cx="1246152" cy="4081455"/>
            </a:xfrm>
            <a:custGeom>
              <a:avLst/>
              <a:gdLst/>
              <a:ahLst/>
              <a:cxnLst/>
              <a:rect l="l" t="t" r="r" b="b"/>
              <a:pathLst>
                <a:path w="34816" h="114031" extrusionOk="0">
                  <a:moveTo>
                    <a:pt x="18318" y="0"/>
                  </a:moveTo>
                  <a:lnTo>
                    <a:pt x="18318" y="9948"/>
                  </a:lnTo>
                  <a:lnTo>
                    <a:pt x="0" y="28265"/>
                  </a:lnTo>
                  <a:lnTo>
                    <a:pt x="0" y="48039"/>
                  </a:lnTo>
                  <a:lnTo>
                    <a:pt x="10736" y="58775"/>
                  </a:lnTo>
                  <a:lnTo>
                    <a:pt x="34816" y="58775"/>
                  </a:lnTo>
                  <a:lnTo>
                    <a:pt x="34816" y="114031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97" name="Google Shape;97;p5"/>
            <p:cNvGrpSpPr/>
            <p:nvPr/>
          </p:nvGrpSpPr>
          <p:grpSpPr>
            <a:xfrm flipH="1">
              <a:off x="8212963" y="4702315"/>
              <a:ext cx="965258" cy="273510"/>
              <a:chOff x="-6675" y="2881558"/>
              <a:chExt cx="9140700" cy="2059567"/>
            </a:xfrm>
          </p:grpSpPr>
          <p:cxnSp>
            <p:nvCxnSpPr>
              <p:cNvPr id="98" name="Google Shape;98;p5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9" name="Google Shape;99;p5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0" name="Google Shape;100;p5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1" name="Google Shape;101;p5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2" name="Google Shape;102;p5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103" name="Google Shape;103;p5"/>
          <p:cNvGrpSpPr/>
          <p:nvPr/>
        </p:nvGrpSpPr>
        <p:grpSpPr>
          <a:xfrm>
            <a:off x="342875" y="2524661"/>
            <a:ext cx="8713622" cy="1947138"/>
            <a:chOff x="342875" y="2524661"/>
            <a:chExt cx="8713622" cy="1947138"/>
          </a:xfrm>
        </p:grpSpPr>
        <p:sp>
          <p:nvSpPr>
            <p:cNvPr id="104" name="Google Shape;104;p5"/>
            <p:cNvSpPr/>
            <p:nvPr/>
          </p:nvSpPr>
          <p:spPr>
            <a:xfrm rot="5400000">
              <a:off x="8816029" y="4231331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5"/>
            <p:cNvSpPr/>
            <p:nvPr/>
          </p:nvSpPr>
          <p:spPr>
            <a:xfrm rot="10800000">
              <a:off x="342875" y="2524661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6" name="Google Shape;106;p5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109" name="Google Shape;109;p6"/>
          <p:cNvGrpSpPr/>
          <p:nvPr/>
        </p:nvGrpSpPr>
        <p:grpSpPr>
          <a:xfrm>
            <a:off x="713236" y="-1192757"/>
            <a:ext cx="8217269" cy="9624966"/>
            <a:chOff x="713236" y="-1192757"/>
            <a:chExt cx="8217269" cy="9624966"/>
          </a:xfrm>
        </p:grpSpPr>
        <p:grpSp>
          <p:nvGrpSpPr>
            <p:cNvPr id="110" name="Google Shape;110;p6"/>
            <p:cNvGrpSpPr/>
            <p:nvPr/>
          </p:nvGrpSpPr>
          <p:grpSpPr>
            <a:xfrm rot="5400000" flipH="1">
              <a:off x="-917001" y="6234248"/>
              <a:ext cx="3828199" cy="567724"/>
              <a:chOff x="-1181972" y="3591337"/>
              <a:chExt cx="3497989" cy="518706"/>
            </a:xfrm>
          </p:grpSpPr>
          <p:cxnSp>
            <p:nvCxnSpPr>
              <p:cNvPr id="111" name="Google Shape;111;p6"/>
              <p:cNvCxnSpPr/>
              <p:nvPr/>
            </p:nvCxnSpPr>
            <p:spPr>
              <a:xfrm>
                <a:off x="308728" y="2619343"/>
                <a:ext cx="0" cy="2981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2" name="Google Shape;112;p6"/>
              <p:cNvCxnSpPr/>
              <p:nvPr/>
            </p:nvCxnSpPr>
            <p:spPr>
              <a:xfrm rot="-5400000">
                <a:off x="1795201" y="3757993"/>
                <a:ext cx="357300" cy="346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13" name="Google Shape;113;p6"/>
              <p:cNvSpPr/>
              <p:nvPr/>
            </p:nvSpPr>
            <p:spPr>
              <a:xfrm>
                <a:off x="2122592" y="3591337"/>
                <a:ext cx="193425" cy="191350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" name="Google Shape;114;p6"/>
            <p:cNvGrpSpPr/>
            <p:nvPr/>
          </p:nvGrpSpPr>
          <p:grpSpPr>
            <a:xfrm>
              <a:off x="6549025" y="-95200"/>
              <a:ext cx="2381480" cy="750487"/>
              <a:chOff x="6549025" y="-95200"/>
              <a:chExt cx="2381480" cy="750487"/>
            </a:xfrm>
          </p:grpSpPr>
          <p:grpSp>
            <p:nvGrpSpPr>
              <p:cNvPr id="115" name="Google Shape;115;p6"/>
              <p:cNvGrpSpPr/>
              <p:nvPr/>
            </p:nvGrpSpPr>
            <p:grpSpPr>
              <a:xfrm rot="-5400000">
                <a:off x="8505189" y="229971"/>
                <a:ext cx="493321" cy="357312"/>
                <a:chOff x="1722354" y="229144"/>
                <a:chExt cx="1748744" cy="1266614"/>
              </a:xfrm>
            </p:grpSpPr>
            <p:sp>
              <p:nvSpPr>
                <p:cNvPr id="116" name="Google Shape;116;p6"/>
                <p:cNvSpPr/>
                <p:nvPr/>
              </p:nvSpPr>
              <p:spPr>
                <a:xfrm rot="10800000">
                  <a:off x="2239107" y="792406"/>
                  <a:ext cx="1231990" cy="7033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64" h="2777" fill="none" extrusionOk="0">
                      <a:moveTo>
                        <a:pt x="4863" y="2776"/>
                      </a:moveTo>
                      <a:lnTo>
                        <a:pt x="2051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lt2"/>
                </a:solidFill>
                <a:ln w="9525" cap="rnd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7" name="Google Shape;117;p6"/>
                <p:cNvSpPr/>
                <p:nvPr/>
              </p:nvSpPr>
              <p:spPr>
                <a:xfrm rot="10800000">
                  <a:off x="1722354" y="229144"/>
                  <a:ext cx="627506" cy="6207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18" name="Google Shape;118;p6"/>
              <p:cNvSpPr/>
              <p:nvPr/>
            </p:nvSpPr>
            <p:spPr>
              <a:xfrm>
                <a:off x="6549025" y="-95200"/>
                <a:ext cx="2381475" cy="429625"/>
              </a:xfrm>
              <a:custGeom>
                <a:avLst/>
                <a:gdLst/>
                <a:ahLst/>
                <a:cxnLst/>
                <a:rect l="l" t="t" r="r" b="b"/>
                <a:pathLst>
                  <a:path w="95259" h="17185" extrusionOk="0">
                    <a:moveTo>
                      <a:pt x="0" y="2455"/>
                    </a:moveTo>
                    <a:lnTo>
                      <a:pt x="14731" y="17185"/>
                    </a:lnTo>
                    <a:lnTo>
                      <a:pt x="65552" y="17185"/>
                    </a:lnTo>
                    <a:lnTo>
                      <a:pt x="72303" y="10434"/>
                    </a:lnTo>
                    <a:lnTo>
                      <a:pt x="95259" y="10434"/>
                    </a:lnTo>
                    <a:lnTo>
                      <a:pt x="95259" y="0"/>
                    </a:ln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119" name="Google Shape;119;p6"/>
            <p:cNvGrpSpPr/>
            <p:nvPr/>
          </p:nvGrpSpPr>
          <p:grpSpPr>
            <a:xfrm rot="5400000">
              <a:off x="6896426" y="-564435"/>
              <a:ext cx="1530153" cy="273510"/>
              <a:chOff x="-6675" y="2881558"/>
              <a:chExt cx="9140700" cy="2059567"/>
            </a:xfrm>
          </p:grpSpPr>
          <p:cxnSp>
            <p:nvCxnSpPr>
              <p:cNvPr id="120" name="Google Shape;120;p6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1" name="Google Shape;121;p6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2" name="Google Shape;122;p6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3" name="Google Shape;123;p6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4" name="Google Shape;124;p6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125" name="Google Shape;125;p6"/>
          <p:cNvGrpSpPr/>
          <p:nvPr/>
        </p:nvGrpSpPr>
        <p:grpSpPr>
          <a:xfrm>
            <a:off x="302564" y="1262596"/>
            <a:ext cx="9110252" cy="3563617"/>
            <a:chOff x="302564" y="1262596"/>
            <a:chExt cx="9110252" cy="3563617"/>
          </a:xfrm>
        </p:grpSpPr>
        <p:grpSp>
          <p:nvGrpSpPr>
            <p:cNvPr id="126" name="Google Shape;126;p6"/>
            <p:cNvGrpSpPr/>
            <p:nvPr/>
          </p:nvGrpSpPr>
          <p:grpSpPr>
            <a:xfrm rot="5400000">
              <a:off x="-153827" y="4122544"/>
              <a:ext cx="1160062" cy="247278"/>
              <a:chOff x="8000023" y="2164544"/>
              <a:chExt cx="1160062" cy="247278"/>
            </a:xfrm>
          </p:grpSpPr>
          <p:sp>
            <p:nvSpPr>
              <p:cNvPr id="127" name="Google Shape;127;p6"/>
              <p:cNvSpPr/>
              <p:nvPr/>
            </p:nvSpPr>
            <p:spPr>
              <a:xfrm rot="5400000">
                <a:off x="8215962" y="1948604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Google Shape;128;p6"/>
              <p:cNvSpPr/>
              <p:nvPr/>
            </p:nvSpPr>
            <p:spPr>
              <a:xfrm rot="-5400000">
                <a:off x="8708783" y="1960521"/>
                <a:ext cx="75100" cy="827502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9" name="Google Shape;129;p6"/>
            <p:cNvGrpSpPr/>
            <p:nvPr/>
          </p:nvGrpSpPr>
          <p:grpSpPr>
            <a:xfrm>
              <a:off x="8578108" y="1262596"/>
              <a:ext cx="834709" cy="226938"/>
              <a:chOff x="8541258" y="2281496"/>
              <a:chExt cx="834709" cy="226938"/>
            </a:xfrm>
          </p:grpSpPr>
          <p:sp>
            <p:nvSpPr>
              <p:cNvPr id="130" name="Google Shape;130;p6"/>
              <p:cNvSpPr/>
              <p:nvPr/>
            </p:nvSpPr>
            <p:spPr>
              <a:xfrm rot="5400000">
                <a:off x="9116912" y="2249379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" name="Google Shape;131;p6"/>
              <p:cNvSpPr/>
              <p:nvPr/>
            </p:nvSpPr>
            <p:spPr>
              <a:xfrm rot="-5400000">
                <a:off x="8917458" y="1905296"/>
                <a:ext cx="75100" cy="827502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32" name="Google Shape;132;p6"/>
          <p:cNvGrpSpPr/>
          <p:nvPr/>
        </p:nvGrpSpPr>
        <p:grpSpPr>
          <a:xfrm>
            <a:off x="597187" y="977673"/>
            <a:ext cx="8723593" cy="3964768"/>
            <a:chOff x="597187" y="977673"/>
            <a:chExt cx="8723593" cy="3964768"/>
          </a:xfrm>
        </p:grpSpPr>
        <p:sp>
          <p:nvSpPr>
            <p:cNvPr id="133" name="Google Shape;133;p6"/>
            <p:cNvSpPr/>
            <p:nvPr/>
          </p:nvSpPr>
          <p:spPr>
            <a:xfrm rot="5400000">
              <a:off x="9080312" y="777261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6"/>
            <p:cNvSpPr/>
            <p:nvPr/>
          </p:nvSpPr>
          <p:spPr>
            <a:xfrm rot="10800000">
              <a:off x="597187" y="4501561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5" name="Google Shape;135;p6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"/>
          <p:cNvSpPr txBox="1">
            <a:spLocks noGrp="1"/>
          </p:cNvSpPr>
          <p:nvPr>
            <p:ph type="title"/>
          </p:nvPr>
        </p:nvSpPr>
        <p:spPr>
          <a:xfrm>
            <a:off x="1782650" y="711700"/>
            <a:ext cx="2893200" cy="90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7"/>
          <p:cNvSpPr txBox="1">
            <a:spLocks noGrp="1"/>
          </p:cNvSpPr>
          <p:nvPr>
            <p:ph type="subTitle" idx="1"/>
          </p:nvPr>
        </p:nvSpPr>
        <p:spPr>
          <a:xfrm>
            <a:off x="1782650" y="1616297"/>
            <a:ext cx="2893200" cy="281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139" name="Google Shape;139;p7"/>
          <p:cNvSpPr>
            <a:spLocks noGrp="1"/>
          </p:cNvSpPr>
          <p:nvPr>
            <p:ph type="pic" idx="2"/>
          </p:nvPr>
        </p:nvSpPr>
        <p:spPr>
          <a:xfrm>
            <a:off x="4752038" y="824113"/>
            <a:ext cx="2787000" cy="35583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40" name="Google Shape;140;p7"/>
          <p:cNvGrpSpPr/>
          <p:nvPr/>
        </p:nvGrpSpPr>
        <p:grpSpPr>
          <a:xfrm>
            <a:off x="260189" y="195827"/>
            <a:ext cx="7049955" cy="4729917"/>
            <a:chOff x="260189" y="195827"/>
            <a:chExt cx="7049955" cy="4729917"/>
          </a:xfrm>
        </p:grpSpPr>
        <p:grpSp>
          <p:nvGrpSpPr>
            <p:cNvPr id="141" name="Google Shape;141;p7"/>
            <p:cNvGrpSpPr/>
            <p:nvPr/>
          </p:nvGrpSpPr>
          <p:grpSpPr>
            <a:xfrm rot="-5400000">
              <a:off x="6786639" y="4402239"/>
              <a:ext cx="177741" cy="869269"/>
              <a:chOff x="8535452" y="1548052"/>
              <a:chExt cx="177741" cy="869269"/>
            </a:xfrm>
          </p:grpSpPr>
          <p:sp>
            <p:nvSpPr>
              <p:cNvPr id="142" name="Google Shape;142;p7"/>
              <p:cNvSpPr/>
              <p:nvPr/>
            </p:nvSpPr>
            <p:spPr>
              <a:xfrm rot="10800000">
                <a:off x="8670077" y="154805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" name="Google Shape;143;p7"/>
              <p:cNvSpPr/>
              <p:nvPr/>
            </p:nvSpPr>
            <p:spPr>
              <a:xfrm rot="10800000">
                <a:off x="8535452" y="1942327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4" name="Google Shape;144;p7"/>
            <p:cNvGrpSpPr/>
            <p:nvPr/>
          </p:nvGrpSpPr>
          <p:grpSpPr>
            <a:xfrm rot="10800000">
              <a:off x="260189" y="195827"/>
              <a:ext cx="177741" cy="687344"/>
              <a:chOff x="8535452" y="1335702"/>
              <a:chExt cx="177741" cy="687344"/>
            </a:xfrm>
          </p:grpSpPr>
          <p:sp>
            <p:nvSpPr>
              <p:cNvPr id="145" name="Google Shape;145;p7"/>
              <p:cNvSpPr/>
              <p:nvPr/>
            </p:nvSpPr>
            <p:spPr>
              <a:xfrm rot="10800000">
                <a:off x="8670077" y="154805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Google Shape;146;p7"/>
              <p:cNvSpPr/>
              <p:nvPr/>
            </p:nvSpPr>
            <p:spPr>
              <a:xfrm rot="10800000">
                <a:off x="8535452" y="133570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47" name="Google Shape;147;p7"/>
          <p:cNvGrpSpPr/>
          <p:nvPr/>
        </p:nvGrpSpPr>
        <p:grpSpPr>
          <a:xfrm>
            <a:off x="-867949" y="-315450"/>
            <a:ext cx="10098949" cy="5241212"/>
            <a:chOff x="-867949" y="-315450"/>
            <a:chExt cx="10098949" cy="5241212"/>
          </a:xfrm>
        </p:grpSpPr>
        <p:sp>
          <p:nvSpPr>
            <p:cNvPr id="148" name="Google Shape;148;p7"/>
            <p:cNvSpPr/>
            <p:nvPr/>
          </p:nvSpPr>
          <p:spPr>
            <a:xfrm>
              <a:off x="6756300" y="4613375"/>
              <a:ext cx="2474700" cy="312375"/>
            </a:xfrm>
            <a:custGeom>
              <a:avLst/>
              <a:gdLst/>
              <a:ahLst/>
              <a:cxnLst/>
              <a:rect l="l" t="t" r="r" b="b"/>
              <a:pathLst>
                <a:path w="98988" h="12495" extrusionOk="0">
                  <a:moveTo>
                    <a:pt x="0" y="0"/>
                  </a:moveTo>
                  <a:lnTo>
                    <a:pt x="37363" y="0"/>
                  </a:lnTo>
                  <a:lnTo>
                    <a:pt x="49858" y="12495"/>
                  </a:lnTo>
                  <a:lnTo>
                    <a:pt x="98988" y="12495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149" name="Google Shape;149;p7"/>
            <p:cNvGrpSpPr/>
            <p:nvPr/>
          </p:nvGrpSpPr>
          <p:grpSpPr>
            <a:xfrm rot="-5400000" flipH="1">
              <a:off x="8430782" y="4500446"/>
              <a:ext cx="493321" cy="357312"/>
              <a:chOff x="1722354" y="229144"/>
              <a:chExt cx="1748744" cy="1266614"/>
            </a:xfrm>
          </p:grpSpPr>
          <p:sp>
            <p:nvSpPr>
              <p:cNvPr id="150" name="Google Shape;150;p7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Google Shape;151;p7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2" name="Google Shape;152;p7"/>
            <p:cNvSpPr/>
            <p:nvPr/>
          </p:nvSpPr>
          <p:spPr>
            <a:xfrm>
              <a:off x="-174975" y="-315450"/>
              <a:ext cx="1914059" cy="4400511"/>
            </a:xfrm>
            <a:custGeom>
              <a:avLst/>
              <a:gdLst/>
              <a:ahLst/>
              <a:cxnLst/>
              <a:rect l="l" t="t" r="r" b="b"/>
              <a:pathLst>
                <a:path w="55192" h="126889" extrusionOk="0">
                  <a:moveTo>
                    <a:pt x="0" y="126889"/>
                  </a:moveTo>
                  <a:lnTo>
                    <a:pt x="24140" y="102749"/>
                  </a:lnTo>
                  <a:lnTo>
                    <a:pt x="24140" y="42943"/>
                  </a:lnTo>
                  <a:lnTo>
                    <a:pt x="55192" y="25015"/>
                  </a:lnTo>
                  <a:lnTo>
                    <a:pt x="55192" y="0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153" name="Google Shape;153;p7"/>
            <p:cNvGrpSpPr/>
            <p:nvPr/>
          </p:nvGrpSpPr>
          <p:grpSpPr>
            <a:xfrm rot="10800000">
              <a:off x="662657" y="2962921"/>
              <a:ext cx="493321" cy="357312"/>
              <a:chOff x="1722354" y="229144"/>
              <a:chExt cx="1748744" cy="1266614"/>
            </a:xfrm>
          </p:grpSpPr>
          <p:sp>
            <p:nvSpPr>
              <p:cNvPr id="154" name="Google Shape;154;p7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Google Shape;155;p7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6" name="Google Shape;156;p7"/>
            <p:cNvGrpSpPr/>
            <p:nvPr/>
          </p:nvGrpSpPr>
          <p:grpSpPr>
            <a:xfrm>
              <a:off x="-867949" y="1748040"/>
              <a:ext cx="1530153" cy="273510"/>
              <a:chOff x="-6675" y="2881558"/>
              <a:chExt cx="9140700" cy="2059567"/>
            </a:xfrm>
          </p:grpSpPr>
          <p:cxnSp>
            <p:nvCxnSpPr>
              <p:cNvPr id="157" name="Google Shape;157;p7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8" name="Google Shape;158;p7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9" name="Google Shape;159;p7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0" name="Google Shape;160;p7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1" name="Google Shape;161;p7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162" name="Google Shape;162;p7"/>
          <p:cNvGrpSpPr/>
          <p:nvPr/>
        </p:nvGrpSpPr>
        <p:grpSpPr>
          <a:xfrm>
            <a:off x="609462" y="-114064"/>
            <a:ext cx="8313331" cy="4565380"/>
            <a:chOff x="609462" y="-114064"/>
            <a:chExt cx="8313331" cy="4565380"/>
          </a:xfrm>
        </p:grpSpPr>
        <p:sp>
          <p:nvSpPr>
            <p:cNvPr id="163" name="Google Shape;163;p7"/>
            <p:cNvSpPr/>
            <p:nvPr/>
          </p:nvSpPr>
          <p:spPr>
            <a:xfrm rot="10800000">
              <a:off x="8882737" y="401043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7"/>
            <p:cNvSpPr/>
            <p:nvPr/>
          </p:nvSpPr>
          <p:spPr>
            <a:xfrm rot="10800000">
              <a:off x="609462" y="-114064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188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167" name="Google Shape;167;p8"/>
          <p:cNvGrpSpPr/>
          <p:nvPr/>
        </p:nvGrpSpPr>
        <p:grpSpPr>
          <a:xfrm rot="10800000">
            <a:off x="7395131" y="4086605"/>
            <a:ext cx="4791669" cy="923822"/>
            <a:chOff x="-78438" y="3775205"/>
            <a:chExt cx="4791669" cy="923822"/>
          </a:xfrm>
        </p:grpSpPr>
        <p:cxnSp>
          <p:nvCxnSpPr>
            <p:cNvPr id="168" name="Google Shape;168;p8"/>
            <p:cNvCxnSpPr/>
            <p:nvPr/>
          </p:nvCxnSpPr>
          <p:spPr>
            <a:xfrm>
              <a:off x="1857762" y="2762827"/>
              <a:ext cx="0" cy="3872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9" name="Google Shape;169;p8"/>
            <p:cNvCxnSpPr/>
            <p:nvPr/>
          </p:nvCxnSpPr>
          <p:spPr>
            <a:xfrm rot="-5400000">
              <a:off x="3789591" y="3940627"/>
              <a:ext cx="764100" cy="7527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70" name="Google Shape;170;p8"/>
            <p:cNvSpPr/>
            <p:nvPr/>
          </p:nvSpPr>
          <p:spPr>
            <a:xfrm>
              <a:off x="4519806" y="3775205"/>
              <a:ext cx="193425" cy="191350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1" name="Google Shape;171;p8"/>
          <p:cNvGrpSpPr/>
          <p:nvPr/>
        </p:nvGrpSpPr>
        <p:grpSpPr>
          <a:xfrm>
            <a:off x="527082" y="3400311"/>
            <a:ext cx="8344568" cy="1243755"/>
            <a:chOff x="527082" y="3400311"/>
            <a:chExt cx="8344568" cy="1243755"/>
          </a:xfrm>
        </p:grpSpPr>
        <p:sp>
          <p:nvSpPr>
            <p:cNvPr id="172" name="Google Shape;172;p8"/>
            <p:cNvSpPr/>
            <p:nvPr/>
          </p:nvSpPr>
          <p:spPr>
            <a:xfrm flipH="1">
              <a:off x="527082" y="3400311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8"/>
            <p:cNvSpPr/>
            <p:nvPr/>
          </p:nvSpPr>
          <p:spPr>
            <a:xfrm rot="5400000" flipH="1">
              <a:off x="8631182" y="4403598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4" name="Google Shape;174;p8"/>
          <p:cNvGrpSpPr/>
          <p:nvPr/>
        </p:nvGrpSpPr>
        <p:grpSpPr>
          <a:xfrm>
            <a:off x="-3151463" y="-3408103"/>
            <a:ext cx="11831666" cy="9065208"/>
            <a:chOff x="-3151463" y="-3408103"/>
            <a:chExt cx="11831666" cy="9065208"/>
          </a:xfrm>
        </p:grpSpPr>
        <p:grpSp>
          <p:nvGrpSpPr>
            <p:cNvPr id="175" name="Google Shape;175;p8"/>
            <p:cNvGrpSpPr/>
            <p:nvPr/>
          </p:nvGrpSpPr>
          <p:grpSpPr>
            <a:xfrm rot="10800000" flipH="1">
              <a:off x="309699" y="2296620"/>
              <a:ext cx="681217" cy="3360485"/>
              <a:chOff x="1337800" y="-2525590"/>
              <a:chExt cx="1498167" cy="7390555"/>
            </a:xfrm>
          </p:grpSpPr>
          <p:cxnSp>
            <p:nvCxnSpPr>
              <p:cNvPr id="176" name="Google Shape;176;p8"/>
              <p:cNvCxnSpPr/>
              <p:nvPr/>
            </p:nvCxnSpPr>
            <p:spPr>
              <a:xfrm rot="10800000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7" name="Google Shape;177;p8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78" name="Google Shape;178;p8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9" name="Google Shape;179;p8"/>
            <p:cNvGrpSpPr/>
            <p:nvPr/>
          </p:nvGrpSpPr>
          <p:grpSpPr>
            <a:xfrm flipH="1">
              <a:off x="7998987" y="-1945430"/>
              <a:ext cx="681217" cy="3360485"/>
              <a:chOff x="1337800" y="-2525590"/>
              <a:chExt cx="1498167" cy="7390555"/>
            </a:xfrm>
          </p:grpSpPr>
          <p:cxnSp>
            <p:nvCxnSpPr>
              <p:cNvPr id="180" name="Google Shape;180;p8"/>
              <p:cNvCxnSpPr/>
              <p:nvPr/>
            </p:nvCxnSpPr>
            <p:spPr>
              <a:xfrm rot="10800000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1" name="Google Shape;181;p8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82" name="Google Shape;182;p8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3" name="Google Shape;183;p8"/>
            <p:cNvGrpSpPr/>
            <p:nvPr/>
          </p:nvGrpSpPr>
          <p:grpSpPr>
            <a:xfrm rot="-5400000" flipH="1">
              <a:off x="-12066" y="-1786200"/>
              <a:ext cx="3859204" cy="615399"/>
              <a:chOff x="-6675" y="307100"/>
              <a:chExt cx="9140700" cy="4634025"/>
            </a:xfrm>
          </p:grpSpPr>
          <p:cxnSp>
            <p:nvCxnSpPr>
              <p:cNvPr id="184" name="Google Shape;184;p8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5" name="Google Shape;185;p8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6" name="Google Shape;186;p8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7" name="Google Shape;187;p8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8" name="Google Shape;188;p8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9" name="Google Shape;189;p8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0" name="Google Shape;190;p8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1" name="Google Shape;191;p8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2" name="Google Shape;192;p8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3" name="Google Shape;193;p8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194" name="Google Shape;194;p8"/>
            <p:cNvSpPr/>
            <p:nvPr/>
          </p:nvSpPr>
          <p:spPr>
            <a:xfrm flipH="1">
              <a:off x="-3151463" y="451100"/>
              <a:ext cx="6471825" cy="764225"/>
            </a:xfrm>
            <a:custGeom>
              <a:avLst/>
              <a:gdLst/>
              <a:ahLst/>
              <a:cxnLst/>
              <a:rect l="l" t="t" r="r" b="b"/>
              <a:pathLst>
                <a:path w="258873" h="30569" extrusionOk="0">
                  <a:moveTo>
                    <a:pt x="0" y="0"/>
                  </a:moveTo>
                  <a:lnTo>
                    <a:pt x="76910" y="0"/>
                  </a:lnTo>
                  <a:lnTo>
                    <a:pt x="107480" y="30569"/>
                  </a:lnTo>
                  <a:lnTo>
                    <a:pt x="167406" y="30569"/>
                  </a:lnTo>
                  <a:lnTo>
                    <a:pt x="176418" y="14960"/>
                  </a:lnTo>
                  <a:lnTo>
                    <a:pt x="258873" y="14960"/>
                  </a:lnTo>
                  <a:lnTo>
                    <a:pt x="258873" y="1091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195" name="Google Shape;195;p8"/>
          <p:cNvGrpSpPr/>
          <p:nvPr/>
        </p:nvGrpSpPr>
        <p:grpSpPr>
          <a:xfrm>
            <a:off x="547096" y="974375"/>
            <a:ext cx="9244448" cy="3848385"/>
            <a:chOff x="547096" y="974375"/>
            <a:chExt cx="9244448" cy="3848385"/>
          </a:xfrm>
        </p:grpSpPr>
        <p:grpSp>
          <p:nvGrpSpPr>
            <p:cNvPr id="196" name="Google Shape;196;p8"/>
            <p:cNvGrpSpPr/>
            <p:nvPr/>
          </p:nvGrpSpPr>
          <p:grpSpPr>
            <a:xfrm>
              <a:off x="547096" y="3571493"/>
              <a:ext cx="9010768" cy="1251268"/>
              <a:chOff x="547096" y="3571493"/>
              <a:chExt cx="9010768" cy="1251268"/>
            </a:xfrm>
          </p:grpSpPr>
          <p:grpSp>
            <p:nvGrpSpPr>
              <p:cNvPr id="197" name="Google Shape;197;p8"/>
              <p:cNvGrpSpPr/>
              <p:nvPr/>
            </p:nvGrpSpPr>
            <p:grpSpPr>
              <a:xfrm>
                <a:off x="547096" y="3613321"/>
                <a:ext cx="269696" cy="1209440"/>
                <a:chOff x="803996" y="3613321"/>
                <a:chExt cx="269696" cy="1209440"/>
              </a:xfrm>
            </p:grpSpPr>
            <p:sp>
              <p:nvSpPr>
                <p:cNvPr id="198" name="Google Shape;198;p8"/>
                <p:cNvSpPr/>
                <p:nvPr/>
              </p:nvSpPr>
              <p:spPr>
                <a:xfrm rot="10800000" flipH="1">
                  <a:off x="803996" y="4347766"/>
                  <a:ext cx="43116" cy="4749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9" name="Google Shape;199;p8"/>
                <p:cNvSpPr/>
                <p:nvPr/>
              </p:nvSpPr>
              <p:spPr>
                <a:xfrm rot="10800000" flipH="1">
                  <a:off x="998591" y="3613321"/>
                  <a:ext cx="75100" cy="8275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00" name="Google Shape;200;p8"/>
              <p:cNvGrpSpPr/>
              <p:nvPr/>
            </p:nvGrpSpPr>
            <p:grpSpPr>
              <a:xfrm rot="5400000">
                <a:off x="8818296" y="3101621"/>
                <a:ext cx="269696" cy="1209440"/>
                <a:chOff x="803996" y="3613321"/>
                <a:chExt cx="269696" cy="1209440"/>
              </a:xfrm>
            </p:grpSpPr>
            <p:sp>
              <p:nvSpPr>
                <p:cNvPr id="201" name="Google Shape;201;p8"/>
                <p:cNvSpPr/>
                <p:nvPr/>
              </p:nvSpPr>
              <p:spPr>
                <a:xfrm rot="10800000" flipH="1">
                  <a:off x="803996" y="4347766"/>
                  <a:ext cx="43116" cy="4749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2" name="Google Shape;202;p8"/>
                <p:cNvSpPr/>
                <p:nvPr/>
              </p:nvSpPr>
              <p:spPr>
                <a:xfrm rot="10800000" flipH="1">
                  <a:off x="998591" y="3613321"/>
                  <a:ext cx="75100" cy="8275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03" name="Google Shape;203;p8"/>
            <p:cNvGrpSpPr/>
            <p:nvPr/>
          </p:nvGrpSpPr>
          <p:grpSpPr>
            <a:xfrm>
              <a:off x="8680200" y="974375"/>
              <a:ext cx="1111343" cy="1111343"/>
              <a:chOff x="8307725" y="278700"/>
              <a:chExt cx="1111343" cy="1111343"/>
            </a:xfrm>
          </p:grpSpPr>
          <p:sp>
            <p:nvSpPr>
              <p:cNvPr id="204" name="Google Shape;204;p8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avLst/>
                <a:gdLst/>
                <a:ahLst/>
                <a:cxnLst/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Google Shape;205;p8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avLst/>
                <a:gdLst/>
                <a:ahLst/>
                <a:cxnLst/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9"/>
          <p:cNvSpPr txBox="1">
            <a:spLocks noGrp="1"/>
          </p:cNvSpPr>
          <p:nvPr>
            <p:ph type="title"/>
          </p:nvPr>
        </p:nvSpPr>
        <p:spPr>
          <a:xfrm>
            <a:off x="2135550" y="1857350"/>
            <a:ext cx="4872900" cy="124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08" name="Google Shape;208;p9"/>
          <p:cNvSpPr txBox="1">
            <a:spLocks noGrp="1"/>
          </p:cNvSpPr>
          <p:nvPr>
            <p:ph type="subTitle" idx="1"/>
          </p:nvPr>
        </p:nvSpPr>
        <p:spPr>
          <a:xfrm>
            <a:off x="2135550" y="3106975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209" name="Google Shape;209;p9"/>
          <p:cNvSpPr/>
          <p:nvPr/>
        </p:nvSpPr>
        <p:spPr>
          <a:xfrm>
            <a:off x="9336712" y="713511"/>
            <a:ext cx="40056" cy="440880"/>
          </a:xfrm>
          <a:custGeom>
            <a:avLst/>
            <a:gdLst/>
            <a:ahLst/>
            <a:cxnLst/>
            <a:rect l="l" t="t" r="r" b="b"/>
            <a:pathLst>
              <a:path w="1146" h="12620" extrusionOk="0">
                <a:moveTo>
                  <a:pt x="573" y="1"/>
                </a:moveTo>
                <a:cubicBezTo>
                  <a:pt x="240" y="1"/>
                  <a:pt x="1" y="240"/>
                  <a:pt x="1" y="573"/>
                </a:cubicBezTo>
                <a:lnTo>
                  <a:pt x="1" y="12046"/>
                </a:lnTo>
                <a:cubicBezTo>
                  <a:pt x="1" y="12351"/>
                  <a:pt x="240" y="12619"/>
                  <a:pt x="573" y="12619"/>
                </a:cubicBezTo>
                <a:cubicBezTo>
                  <a:pt x="878" y="12619"/>
                  <a:pt x="1146" y="12351"/>
                  <a:pt x="1146" y="12046"/>
                </a:cubicBezTo>
                <a:lnTo>
                  <a:pt x="1146" y="573"/>
                </a:lnTo>
                <a:cubicBezTo>
                  <a:pt x="1146" y="240"/>
                  <a:pt x="878" y="1"/>
                  <a:pt x="57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0" name="Google Shape;210;p9"/>
          <p:cNvGrpSpPr/>
          <p:nvPr/>
        </p:nvGrpSpPr>
        <p:grpSpPr>
          <a:xfrm>
            <a:off x="-2757425" y="-2776080"/>
            <a:ext cx="12134200" cy="9442910"/>
            <a:chOff x="-2757425" y="-2776080"/>
            <a:chExt cx="12134200" cy="9442910"/>
          </a:xfrm>
        </p:grpSpPr>
        <p:grpSp>
          <p:nvGrpSpPr>
            <p:cNvPr id="211" name="Google Shape;211;p9"/>
            <p:cNvGrpSpPr/>
            <p:nvPr/>
          </p:nvGrpSpPr>
          <p:grpSpPr>
            <a:xfrm rot="-5400000" flipH="1">
              <a:off x="-1755963" y="657655"/>
              <a:ext cx="4791669" cy="923822"/>
              <a:chOff x="-78438" y="3775205"/>
              <a:chExt cx="4791669" cy="923822"/>
            </a:xfrm>
          </p:grpSpPr>
          <p:cxnSp>
            <p:nvCxnSpPr>
              <p:cNvPr id="212" name="Google Shape;212;p9"/>
              <p:cNvCxnSpPr/>
              <p:nvPr/>
            </p:nvCxnSpPr>
            <p:spPr>
              <a:xfrm>
                <a:off x="1857762" y="2762827"/>
                <a:ext cx="0" cy="387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13" name="Google Shape;213;p9"/>
              <p:cNvCxnSpPr/>
              <p:nvPr/>
            </p:nvCxnSpPr>
            <p:spPr>
              <a:xfrm rot="-5400000">
                <a:off x="3789591" y="3940627"/>
                <a:ext cx="764100" cy="752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14" name="Google Shape;214;p9"/>
              <p:cNvSpPr/>
              <p:nvPr/>
            </p:nvSpPr>
            <p:spPr>
              <a:xfrm>
                <a:off x="4519806" y="3775205"/>
                <a:ext cx="193425" cy="191350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5" name="Google Shape;215;p9"/>
            <p:cNvGrpSpPr/>
            <p:nvPr/>
          </p:nvGrpSpPr>
          <p:grpSpPr>
            <a:xfrm rot="10800000">
              <a:off x="8695559" y="3306345"/>
              <a:ext cx="681217" cy="3360485"/>
              <a:chOff x="1337800" y="-2525590"/>
              <a:chExt cx="1498167" cy="7390555"/>
            </a:xfrm>
          </p:grpSpPr>
          <p:cxnSp>
            <p:nvCxnSpPr>
              <p:cNvPr id="216" name="Google Shape;216;p9"/>
              <p:cNvCxnSpPr/>
              <p:nvPr/>
            </p:nvCxnSpPr>
            <p:spPr>
              <a:xfrm rot="10800000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17" name="Google Shape;217;p9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18" name="Google Shape;218;p9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9" name="Google Shape;219;p9"/>
            <p:cNvGrpSpPr/>
            <p:nvPr/>
          </p:nvGrpSpPr>
          <p:grpSpPr>
            <a:xfrm>
              <a:off x="146409" y="-2776080"/>
              <a:ext cx="681217" cy="3360485"/>
              <a:chOff x="1337800" y="-2525590"/>
              <a:chExt cx="1498167" cy="7390555"/>
            </a:xfrm>
          </p:grpSpPr>
          <p:cxnSp>
            <p:nvCxnSpPr>
              <p:cNvPr id="220" name="Google Shape;220;p9"/>
              <p:cNvCxnSpPr/>
              <p:nvPr/>
            </p:nvCxnSpPr>
            <p:spPr>
              <a:xfrm rot="10800000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1" name="Google Shape;221;p9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22" name="Google Shape;222;p9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3" name="Google Shape;223;p9"/>
            <p:cNvGrpSpPr/>
            <p:nvPr/>
          </p:nvGrpSpPr>
          <p:grpSpPr>
            <a:xfrm>
              <a:off x="-2757425" y="811862"/>
              <a:ext cx="3859204" cy="615399"/>
              <a:chOff x="-6675" y="307100"/>
              <a:chExt cx="9140700" cy="4634025"/>
            </a:xfrm>
          </p:grpSpPr>
          <p:cxnSp>
            <p:nvCxnSpPr>
              <p:cNvPr id="224" name="Google Shape;224;p9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5" name="Google Shape;225;p9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6" name="Google Shape;226;p9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7" name="Google Shape;227;p9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8" name="Google Shape;228;p9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9" name="Google Shape;229;p9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0" name="Google Shape;230;p9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1" name="Google Shape;231;p9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2" name="Google Shape;232;p9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3" name="Google Shape;233;p9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234" name="Google Shape;234;p9"/>
            <p:cNvSpPr/>
            <p:nvPr/>
          </p:nvSpPr>
          <p:spPr>
            <a:xfrm rot="5400000">
              <a:off x="5637675" y="2986700"/>
              <a:ext cx="6471825" cy="764225"/>
            </a:xfrm>
            <a:custGeom>
              <a:avLst/>
              <a:gdLst/>
              <a:ahLst/>
              <a:cxnLst/>
              <a:rect l="l" t="t" r="r" b="b"/>
              <a:pathLst>
                <a:path w="258873" h="30569" extrusionOk="0">
                  <a:moveTo>
                    <a:pt x="0" y="0"/>
                  </a:moveTo>
                  <a:lnTo>
                    <a:pt x="76910" y="0"/>
                  </a:lnTo>
                  <a:lnTo>
                    <a:pt x="107480" y="30569"/>
                  </a:lnTo>
                  <a:lnTo>
                    <a:pt x="167406" y="30569"/>
                  </a:lnTo>
                  <a:lnTo>
                    <a:pt x="176418" y="14960"/>
                  </a:lnTo>
                  <a:lnTo>
                    <a:pt x="258873" y="14960"/>
                  </a:lnTo>
                  <a:lnTo>
                    <a:pt x="258873" y="1091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235" name="Google Shape;235;p9"/>
          <p:cNvGrpSpPr/>
          <p:nvPr/>
        </p:nvGrpSpPr>
        <p:grpSpPr>
          <a:xfrm>
            <a:off x="-157525" y="1684573"/>
            <a:ext cx="8689055" cy="440880"/>
            <a:chOff x="-157525" y="1684573"/>
            <a:chExt cx="8689055" cy="440880"/>
          </a:xfrm>
        </p:grpSpPr>
        <p:sp>
          <p:nvSpPr>
            <p:cNvPr id="236" name="Google Shape;236;p9"/>
            <p:cNvSpPr/>
            <p:nvPr/>
          </p:nvSpPr>
          <p:spPr>
            <a:xfrm>
              <a:off x="8491475" y="1684573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9"/>
            <p:cNvSpPr/>
            <p:nvPr/>
          </p:nvSpPr>
          <p:spPr>
            <a:xfrm rot="-5400000">
              <a:off x="42887" y="172493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8" name="Google Shape;238;p9"/>
          <p:cNvGrpSpPr/>
          <p:nvPr/>
        </p:nvGrpSpPr>
        <p:grpSpPr>
          <a:xfrm>
            <a:off x="-350826" y="649496"/>
            <a:ext cx="9280380" cy="5170923"/>
            <a:chOff x="-350826" y="649496"/>
            <a:chExt cx="9280380" cy="5170923"/>
          </a:xfrm>
        </p:grpSpPr>
        <p:grpSp>
          <p:nvGrpSpPr>
            <p:cNvPr id="239" name="Google Shape;239;p9"/>
            <p:cNvGrpSpPr/>
            <p:nvPr/>
          </p:nvGrpSpPr>
          <p:grpSpPr>
            <a:xfrm>
              <a:off x="-350826" y="649496"/>
              <a:ext cx="9280380" cy="1759405"/>
              <a:chOff x="-350826" y="649496"/>
              <a:chExt cx="9280380" cy="1759405"/>
            </a:xfrm>
          </p:grpSpPr>
          <p:sp>
            <p:nvSpPr>
              <p:cNvPr id="240" name="Google Shape;240;p9"/>
              <p:cNvSpPr/>
              <p:nvPr/>
            </p:nvSpPr>
            <p:spPr>
              <a:xfrm rot="10800000">
                <a:off x="8886438" y="1209591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Google Shape;241;p9"/>
              <p:cNvSpPr/>
              <p:nvPr/>
            </p:nvSpPr>
            <p:spPr>
              <a:xfrm rot="10800000">
                <a:off x="8695083" y="649496"/>
                <a:ext cx="75100" cy="827502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Google Shape;242;p9"/>
              <p:cNvSpPr/>
              <p:nvPr/>
            </p:nvSpPr>
            <p:spPr>
              <a:xfrm rot="5400000">
                <a:off x="425209" y="1958491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Google Shape;243;p9"/>
              <p:cNvSpPr/>
              <p:nvPr/>
            </p:nvSpPr>
            <p:spPr>
              <a:xfrm rot="5400000">
                <a:off x="25375" y="1957600"/>
                <a:ext cx="75100" cy="827502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4" name="Google Shape;244;p9"/>
            <p:cNvGrpSpPr/>
            <p:nvPr/>
          </p:nvGrpSpPr>
          <p:grpSpPr>
            <a:xfrm>
              <a:off x="7280000" y="4709075"/>
              <a:ext cx="1111343" cy="1111343"/>
              <a:chOff x="8307725" y="278700"/>
              <a:chExt cx="1111343" cy="1111343"/>
            </a:xfrm>
          </p:grpSpPr>
          <p:sp>
            <p:nvSpPr>
              <p:cNvPr id="245" name="Google Shape;245;p9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avLst/>
                <a:gdLst/>
                <a:ahLst/>
                <a:cxnLst/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246;p9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avLst/>
                <a:gdLst/>
                <a:ahLst/>
                <a:cxnLst/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249" name="Google Shape;249;p10"/>
          <p:cNvGrpSpPr/>
          <p:nvPr/>
        </p:nvGrpSpPr>
        <p:grpSpPr>
          <a:xfrm>
            <a:off x="-2466243" y="-2869459"/>
            <a:ext cx="11395878" cy="4597207"/>
            <a:chOff x="-2466243" y="-2869459"/>
            <a:chExt cx="11395878" cy="4597207"/>
          </a:xfrm>
        </p:grpSpPr>
        <p:grpSp>
          <p:nvGrpSpPr>
            <p:cNvPr id="250" name="Google Shape;250;p10"/>
            <p:cNvGrpSpPr/>
            <p:nvPr/>
          </p:nvGrpSpPr>
          <p:grpSpPr>
            <a:xfrm>
              <a:off x="-2466243" y="364624"/>
              <a:ext cx="4486819" cy="625122"/>
              <a:chOff x="-78438" y="4073905"/>
              <a:chExt cx="4486819" cy="625122"/>
            </a:xfrm>
          </p:grpSpPr>
          <p:cxnSp>
            <p:nvCxnSpPr>
              <p:cNvPr id="251" name="Google Shape;251;p10"/>
              <p:cNvCxnSpPr/>
              <p:nvPr/>
            </p:nvCxnSpPr>
            <p:spPr>
              <a:xfrm>
                <a:off x="1857762" y="2762827"/>
                <a:ext cx="0" cy="387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2" name="Google Shape;252;p10"/>
              <p:cNvCxnSpPr/>
              <p:nvPr/>
            </p:nvCxnSpPr>
            <p:spPr>
              <a:xfrm rot="-5400000">
                <a:off x="3788541" y="4241677"/>
                <a:ext cx="464100" cy="450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53" name="Google Shape;253;p10"/>
              <p:cNvSpPr/>
              <p:nvPr/>
            </p:nvSpPr>
            <p:spPr>
              <a:xfrm>
                <a:off x="4214956" y="4073905"/>
                <a:ext cx="193425" cy="191350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4" name="Google Shape;254;p10"/>
            <p:cNvGrpSpPr/>
            <p:nvPr/>
          </p:nvGrpSpPr>
          <p:grpSpPr>
            <a:xfrm rot="5400000" flipH="1">
              <a:off x="-1083007" y="-1247557"/>
              <a:ext cx="3859204" cy="615399"/>
              <a:chOff x="-6675" y="307100"/>
              <a:chExt cx="9140700" cy="4634025"/>
            </a:xfrm>
          </p:grpSpPr>
          <p:cxnSp>
            <p:nvCxnSpPr>
              <p:cNvPr id="255" name="Google Shape;255;p10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6" name="Google Shape;256;p10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7" name="Google Shape;257;p10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8" name="Google Shape;258;p10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9" name="Google Shape;259;p10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0" name="Google Shape;260;p10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1" name="Google Shape;261;p10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2" name="Google Shape;262;p10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3" name="Google Shape;263;p10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4" name="Google Shape;264;p10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65" name="Google Shape;265;p10"/>
            <p:cNvGrpSpPr/>
            <p:nvPr/>
          </p:nvGrpSpPr>
          <p:grpSpPr>
            <a:xfrm>
              <a:off x="8248398" y="-1632737"/>
              <a:ext cx="681237" cy="3360485"/>
              <a:chOff x="8248398" y="-1632737"/>
              <a:chExt cx="681237" cy="3360485"/>
            </a:xfrm>
          </p:grpSpPr>
          <p:grpSp>
            <p:nvGrpSpPr>
              <p:cNvPr id="266" name="Google Shape;266;p10"/>
              <p:cNvGrpSpPr/>
              <p:nvPr/>
            </p:nvGrpSpPr>
            <p:grpSpPr>
              <a:xfrm flipH="1">
                <a:off x="8248398" y="-1632737"/>
                <a:ext cx="681217" cy="3360485"/>
                <a:chOff x="1337800" y="-2525590"/>
                <a:chExt cx="1498167" cy="7390555"/>
              </a:xfrm>
            </p:grpSpPr>
            <p:cxnSp>
              <p:nvCxnSpPr>
                <p:cNvPr id="267" name="Google Shape;267;p10"/>
                <p:cNvCxnSpPr/>
                <p:nvPr/>
              </p:nvCxnSpPr>
              <p:spPr>
                <a:xfrm rot="10800000">
                  <a:off x="1337800" y="-2525590"/>
                  <a:ext cx="0" cy="58707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68" name="Google Shape;268;p10"/>
                <p:cNvCxnSpPr/>
                <p:nvPr/>
              </p:nvCxnSpPr>
              <p:spPr>
                <a:xfrm>
                  <a:off x="1337800" y="3347125"/>
                  <a:ext cx="1158600" cy="1141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269" name="Google Shape;269;p10"/>
                <p:cNvSpPr/>
                <p:nvPr/>
              </p:nvSpPr>
              <p:spPr>
                <a:xfrm rot="5400000">
                  <a:off x="2412855" y="4441854"/>
                  <a:ext cx="425397" cy="4208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accent2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70" name="Google Shape;270;p10"/>
              <p:cNvGrpSpPr/>
              <p:nvPr/>
            </p:nvGrpSpPr>
            <p:grpSpPr>
              <a:xfrm>
                <a:off x="8436314" y="360846"/>
                <a:ext cx="493321" cy="357312"/>
                <a:chOff x="1722354" y="229144"/>
                <a:chExt cx="1748744" cy="1266614"/>
              </a:xfrm>
            </p:grpSpPr>
            <p:sp>
              <p:nvSpPr>
                <p:cNvPr id="271" name="Google Shape;271;p10"/>
                <p:cNvSpPr/>
                <p:nvPr/>
              </p:nvSpPr>
              <p:spPr>
                <a:xfrm rot="10800000">
                  <a:off x="2239107" y="792406"/>
                  <a:ext cx="1231990" cy="7033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64" h="2777" fill="none" extrusionOk="0">
                      <a:moveTo>
                        <a:pt x="4863" y="2776"/>
                      </a:moveTo>
                      <a:lnTo>
                        <a:pt x="2051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lt2"/>
                </a:solidFill>
                <a:ln w="9525" cap="rnd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2" name="Google Shape;272;p10"/>
                <p:cNvSpPr/>
                <p:nvPr/>
              </p:nvSpPr>
              <p:spPr>
                <a:xfrm rot="10800000">
                  <a:off x="1722354" y="229144"/>
                  <a:ext cx="627506" cy="6207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73" name="Google Shape;273;p10"/>
          <p:cNvGrpSpPr/>
          <p:nvPr/>
        </p:nvGrpSpPr>
        <p:grpSpPr>
          <a:xfrm>
            <a:off x="-150883" y="1137478"/>
            <a:ext cx="9080518" cy="813868"/>
            <a:chOff x="-150883" y="1137478"/>
            <a:chExt cx="9080518" cy="813868"/>
          </a:xfrm>
        </p:grpSpPr>
        <p:sp>
          <p:nvSpPr>
            <p:cNvPr id="274" name="Google Shape;274;p10"/>
            <p:cNvSpPr/>
            <p:nvPr/>
          </p:nvSpPr>
          <p:spPr>
            <a:xfrm rot="5400000" flipH="1">
              <a:off x="49529" y="93706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10"/>
            <p:cNvSpPr/>
            <p:nvPr/>
          </p:nvSpPr>
          <p:spPr>
            <a:xfrm flipH="1">
              <a:off x="8889579" y="151046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6" name="Google Shape;276;p10"/>
          <p:cNvGrpSpPr/>
          <p:nvPr/>
        </p:nvGrpSpPr>
        <p:grpSpPr>
          <a:xfrm>
            <a:off x="-201760" y="1366772"/>
            <a:ext cx="9923304" cy="3117922"/>
            <a:chOff x="-201760" y="1366772"/>
            <a:chExt cx="9923304" cy="3117922"/>
          </a:xfrm>
        </p:grpSpPr>
        <p:grpSp>
          <p:nvGrpSpPr>
            <p:cNvPr id="277" name="Google Shape;277;p10"/>
            <p:cNvGrpSpPr/>
            <p:nvPr/>
          </p:nvGrpSpPr>
          <p:grpSpPr>
            <a:xfrm>
              <a:off x="8610200" y="3373350"/>
              <a:ext cx="1111343" cy="1111343"/>
              <a:chOff x="8307725" y="278700"/>
              <a:chExt cx="1111343" cy="1111343"/>
            </a:xfrm>
          </p:grpSpPr>
          <p:sp>
            <p:nvSpPr>
              <p:cNvPr id="278" name="Google Shape;278;p10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avLst/>
                <a:gdLst/>
                <a:ahLst/>
                <a:cxnLst/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Google Shape;279;p10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avLst/>
                <a:gdLst/>
                <a:ahLst/>
                <a:cxnLst/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0" name="Google Shape;280;p10"/>
            <p:cNvGrpSpPr/>
            <p:nvPr/>
          </p:nvGrpSpPr>
          <p:grpSpPr>
            <a:xfrm flipH="1">
              <a:off x="8674231" y="1727755"/>
              <a:ext cx="247278" cy="1160062"/>
              <a:chOff x="1463894" y="1434556"/>
              <a:chExt cx="247278" cy="1160062"/>
            </a:xfrm>
          </p:grpSpPr>
          <p:sp>
            <p:nvSpPr>
              <p:cNvPr id="281" name="Google Shape;281;p10"/>
              <p:cNvSpPr/>
              <p:nvPr/>
            </p:nvSpPr>
            <p:spPr>
              <a:xfrm>
                <a:off x="1463894" y="2119623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Google Shape;282;p10"/>
              <p:cNvSpPr/>
              <p:nvPr/>
            </p:nvSpPr>
            <p:spPr>
              <a:xfrm rot="10800000">
                <a:off x="1636072" y="1434556"/>
                <a:ext cx="75100" cy="827502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3" name="Google Shape;283;p10"/>
            <p:cNvGrpSpPr/>
            <p:nvPr/>
          </p:nvGrpSpPr>
          <p:grpSpPr>
            <a:xfrm rot="5400000" flipH="1">
              <a:off x="254631" y="910380"/>
              <a:ext cx="247278" cy="1160062"/>
              <a:chOff x="1463894" y="1434556"/>
              <a:chExt cx="247278" cy="1160062"/>
            </a:xfrm>
          </p:grpSpPr>
          <p:sp>
            <p:nvSpPr>
              <p:cNvPr id="284" name="Google Shape;284;p10"/>
              <p:cNvSpPr/>
              <p:nvPr/>
            </p:nvSpPr>
            <p:spPr>
              <a:xfrm>
                <a:off x="1463894" y="2119623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Google Shape;285;p10"/>
              <p:cNvSpPr/>
              <p:nvPr/>
            </p:nvSpPr>
            <p:spPr>
              <a:xfrm rot="10800000">
                <a:off x="1636072" y="1434556"/>
                <a:ext cx="75100" cy="827502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1"/>
          <p:cNvSpPr txBox="1">
            <a:spLocks noGrp="1"/>
          </p:cNvSpPr>
          <p:nvPr>
            <p:ph type="title" hasCustomPrompt="1"/>
          </p:nvPr>
        </p:nvSpPr>
        <p:spPr>
          <a:xfrm>
            <a:off x="2405125" y="2040775"/>
            <a:ext cx="5307000" cy="9981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Font typeface="Raleway ExtraBold"/>
              <a:buNone/>
              <a:defRPr sz="55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288" name="Google Shape;288;p11"/>
          <p:cNvSpPr txBox="1">
            <a:spLocks noGrp="1"/>
          </p:cNvSpPr>
          <p:nvPr>
            <p:ph type="subTitle" idx="1"/>
          </p:nvPr>
        </p:nvSpPr>
        <p:spPr>
          <a:xfrm>
            <a:off x="2405125" y="3038875"/>
            <a:ext cx="53070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289" name="Google Shape;289;p11"/>
          <p:cNvGrpSpPr/>
          <p:nvPr/>
        </p:nvGrpSpPr>
        <p:grpSpPr>
          <a:xfrm>
            <a:off x="320869" y="892488"/>
            <a:ext cx="5247943" cy="4005530"/>
            <a:chOff x="320869" y="892488"/>
            <a:chExt cx="5247943" cy="4005530"/>
          </a:xfrm>
        </p:grpSpPr>
        <p:sp>
          <p:nvSpPr>
            <p:cNvPr id="290" name="Google Shape;290;p11"/>
            <p:cNvSpPr/>
            <p:nvPr/>
          </p:nvSpPr>
          <p:spPr>
            <a:xfrm rot="10800000">
              <a:off x="320869" y="892488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11"/>
            <p:cNvSpPr/>
            <p:nvPr/>
          </p:nvSpPr>
          <p:spPr>
            <a:xfrm rot="5400000">
              <a:off x="5328344" y="4657550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2" name="Google Shape;292;p11"/>
          <p:cNvGrpSpPr/>
          <p:nvPr/>
        </p:nvGrpSpPr>
        <p:grpSpPr>
          <a:xfrm>
            <a:off x="1123153" y="-134519"/>
            <a:ext cx="5670106" cy="5849863"/>
            <a:chOff x="1123153" y="-134519"/>
            <a:chExt cx="5670106" cy="5849863"/>
          </a:xfrm>
        </p:grpSpPr>
        <p:grpSp>
          <p:nvGrpSpPr>
            <p:cNvPr id="293" name="Google Shape;293;p11"/>
            <p:cNvGrpSpPr/>
            <p:nvPr/>
          </p:nvGrpSpPr>
          <p:grpSpPr>
            <a:xfrm>
              <a:off x="1123153" y="-134519"/>
              <a:ext cx="5670106" cy="5032541"/>
              <a:chOff x="1123153" y="-134519"/>
              <a:chExt cx="5670106" cy="5032541"/>
            </a:xfrm>
          </p:grpSpPr>
          <p:sp>
            <p:nvSpPr>
              <p:cNvPr id="294" name="Google Shape;294;p11"/>
              <p:cNvSpPr/>
              <p:nvPr/>
            </p:nvSpPr>
            <p:spPr>
              <a:xfrm>
                <a:off x="1123153" y="-134519"/>
                <a:ext cx="75100" cy="827502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95" name="Google Shape;295;p11"/>
              <p:cNvGrpSpPr/>
              <p:nvPr/>
            </p:nvGrpSpPr>
            <p:grpSpPr>
              <a:xfrm>
                <a:off x="5633198" y="4650744"/>
                <a:ext cx="1160062" cy="247278"/>
                <a:chOff x="8208698" y="2109319"/>
                <a:chExt cx="1160062" cy="247278"/>
              </a:xfrm>
            </p:grpSpPr>
            <p:sp>
              <p:nvSpPr>
                <p:cNvPr id="296" name="Google Shape;296;p11"/>
                <p:cNvSpPr/>
                <p:nvPr/>
              </p:nvSpPr>
              <p:spPr>
                <a:xfrm rot="5400000">
                  <a:off x="8424637" y="1893379"/>
                  <a:ext cx="43116" cy="4749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7" name="Google Shape;297;p11"/>
                <p:cNvSpPr/>
                <p:nvPr/>
              </p:nvSpPr>
              <p:spPr>
                <a:xfrm rot="-5400000">
                  <a:off x="8917458" y="1905296"/>
                  <a:ext cx="75100" cy="8275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98" name="Google Shape;298;p11"/>
            <p:cNvGrpSpPr/>
            <p:nvPr/>
          </p:nvGrpSpPr>
          <p:grpSpPr>
            <a:xfrm>
              <a:off x="3220925" y="4604000"/>
              <a:ext cx="1111343" cy="1111343"/>
              <a:chOff x="8307725" y="278700"/>
              <a:chExt cx="1111343" cy="1111343"/>
            </a:xfrm>
          </p:grpSpPr>
          <p:sp>
            <p:nvSpPr>
              <p:cNvPr id="299" name="Google Shape;299;p11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avLst/>
                <a:gdLst/>
                <a:ahLst/>
                <a:cxnLst/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Google Shape;300;p11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avLst/>
                <a:gdLst/>
                <a:ahLst/>
                <a:cxnLst/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01" name="Google Shape;301;p11"/>
          <p:cNvGrpSpPr/>
          <p:nvPr/>
        </p:nvGrpSpPr>
        <p:grpSpPr>
          <a:xfrm>
            <a:off x="575287" y="-1805003"/>
            <a:ext cx="8258546" cy="9711728"/>
            <a:chOff x="575287" y="-1805003"/>
            <a:chExt cx="8258546" cy="9711728"/>
          </a:xfrm>
        </p:grpSpPr>
        <p:grpSp>
          <p:nvGrpSpPr>
            <p:cNvPr id="302" name="Google Shape;302;p11"/>
            <p:cNvGrpSpPr/>
            <p:nvPr/>
          </p:nvGrpSpPr>
          <p:grpSpPr>
            <a:xfrm>
              <a:off x="575287" y="-1805003"/>
              <a:ext cx="8258546" cy="9711728"/>
              <a:chOff x="575287" y="-1805003"/>
              <a:chExt cx="8258546" cy="9711728"/>
            </a:xfrm>
          </p:grpSpPr>
          <p:grpSp>
            <p:nvGrpSpPr>
              <p:cNvPr id="303" name="Google Shape;303;p11"/>
              <p:cNvGrpSpPr/>
              <p:nvPr/>
            </p:nvGrpSpPr>
            <p:grpSpPr>
              <a:xfrm>
                <a:off x="575287" y="-1805003"/>
                <a:ext cx="681217" cy="3360485"/>
                <a:chOff x="1121833" y="-3524490"/>
                <a:chExt cx="1498167" cy="7390555"/>
              </a:xfrm>
            </p:grpSpPr>
            <p:cxnSp>
              <p:nvCxnSpPr>
                <p:cNvPr id="304" name="Google Shape;304;p11"/>
                <p:cNvCxnSpPr/>
                <p:nvPr/>
              </p:nvCxnSpPr>
              <p:spPr>
                <a:xfrm rot="10800000">
                  <a:off x="1121833" y="-3524490"/>
                  <a:ext cx="0" cy="58707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05" name="Google Shape;305;p11"/>
                <p:cNvCxnSpPr/>
                <p:nvPr/>
              </p:nvCxnSpPr>
              <p:spPr>
                <a:xfrm>
                  <a:off x="1121833" y="2348225"/>
                  <a:ext cx="1158600" cy="1141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306" name="Google Shape;306;p11"/>
                <p:cNvSpPr/>
                <p:nvPr/>
              </p:nvSpPr>
              <p:spPr>
                <a:xfrm rot="5400000">
                  <a:off x="2196889" y="3442953"/>
                  <a:ext cx="425397" cy="4208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07" name="Google Shape;307;p11"/>
              <p:cNvGrpSpPr/>
              <p:nvPr/>
            </p:nvGrpSpPr>
            <p:grpSpPr>
              <a:xfrm rot="5400000" flipH="1">
                <a:off x="6277862" y="5350755"/>
                <a:ext cx="4486819" cy="625122"/>
                <a:chOff x="-78438" y="4073905"/>
                <a:chExt cx="4486819" cy="625122"/>
              </a:xfrm>
            </p:grpSpPr>
            <p:cxnSp>
              <p:nvCxnSpPr>
                <p:cNvPr id="308" name="Google Shape;308;p11"/>
                <p:cNvCxnSpPr/>
                <p:nvPr/>
              </p:nvCxnSpPr>
              <p:spPr>
                <a:xfrm>
                  <a:off x="1857762" y="2762827"/>
                  <a:ext cx="0" cy="38724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09" name="Google Shape;309;p11"/>
                <p:cNvCxnSpPr/>
                <p:nvPr/>
              </p:nvCxnSpPr>
              <p:spPr>
                <a:xfrm rot="-5400000">
                  <a:off x="3788541" y="4241677"/>
                  <a:ext cx="464100" cy="4506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310" name="Google Shape;310;p11"/>
                <p:cNvSpPr/>
                <p:nvPr/>
              </p:nvSpPr>
              <p:spPr>
                <a:xfrm>
                  <a:off x="4214956" y="4073905"/>
                  <a:ext cx="193425" cy="191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11" name="Google Shape;311;p11"/>
              <p:cNvGrpSpPr/>
              <p:nvPr/>
            </p:nvGrpSpPr>
            <p:grpSpPr>
              <a:xfrm rot="-5400000">
                <a:off x="8362764" y="67996"/>
                <a:ext cx="493321" cy="357312"/>
                <a:chOff x="1722354" y="229144"/>
                <a:chExt cx="1748744" cy="1266614"/>
              </a:xfrm>
            </p:grpSpPr>
            <p:sp>
              <p:nvSpPr>
                <p:cNvPr id="312" name="Google Shape;312;p11"/>
                <p:cNvSpPr/>
                <p:nvPr/>
              </p:nvSpPr>
              <p:spPr>
                <a:xfrm rot="10800000">
                  <a:off x="2239107" y="792406"/>
                  <a:ext cx="1231990" cy="7033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64" h="2777" fill="none" extrusionOk="0">
                      <a:moveTo>
                        <a:pt x="4863" y="2776"/>
                      </a:moveTo>
                      <a:lnTo>
                        <a:pt x="2051" y="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9525" cap="rnd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3" name="Google Shape;313;p11"/>
                <p:cNvSpPr/>
                <p:nvPr/>
              </p:nvSpPr>
              <p:spPr>
                <a:xfrm rot="10800000">
                  <a:off x="1722354" y="229144"/>
                  <a:ext cx="627506" cy="6207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314" name="Google Shape;314;p11"/>
            <p:cNvGrpSpPr/>
            <p:nvPr/>
          </p:nvGrpSpPr>
          <p:grpSpPr>
            <a:xfrm rot="10800000">
              <a:off x="7090737" y="4224472"/>
              <a:ext cx="681217" cy="3360485"/>
              <a:chOff x="1337800" y="-2525590"/>
              <a:chExt cx="1498167" cy="7390555"/>
            </a:xfrm>
          </p:grpSpPr>
          <p:cxnSp>
            <p:nvCxnSpPr>
              <p:cNvPr id="315" name="Google Shape;315;p11"/>
              <p:cNvCxnSpPr/>
              <p:nvPr/>
            </p:nvCxnSpPr>
            <p:spPr>
              <a:xfrm rot="10800000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6" name="Google Shape;316;p11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317" name="Google Shape;317;p11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21" name="Google Shape;321;p13"/>
          <p:cNvSpPr txBox="1">
            <a:spLocks noGrp="1"/>
          </p:cNvSpPr>
          <p:nvPr>
            <p:ph type="title" idx="2" hasCustomPrompt="1"/>
          </p:nvPr>
        </p:nvSpPr>
        <p:spPr>
          <a:xfrm>
            <a:off x="3177356" y="1199529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2" name="Google Shape;322;p13"/>
          <p:cNvSpPr txBox="1">
            <a:spLocks noGrp="1"/>
          </p:cNvSpPr>
          <p:nvPr>
            <p:ph type="title" idx="3" hasCustomPrompt="1"/>
          </p:nvPr>
        </p:nvSpPr>
        <p:spPr>
          <a:xfrm>
            <a:off x="3177356" y="2902621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3" name="Google Shape;323;p13"/>
          <p:cNvSpPr txBox="1">
            <a:spLocks noGrp="1"/>
          </p:cNvSpPr>
          <p:nvPr>
            <p:ph type="title" idx="4" hasCustomPrompt="1"/>
          </p:nvPr>
        </p:nvSpPr>
        <p:spPr>
          <a:xfrm>
            <a:off x="3177356" y="1767226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4" name="Google Shape;324;p13"/>
          <p:cNvSpPr txBox="1">
            <a:spLocks noGrp="1"/>
          </p:cNvSpPr>
          <p:nvPr>
            <p:ph type="title" idx="5" hasCustomPrompt="1"/>
          </p:nvPr>
        </p:nvSpPr>
        <p:spPr>
          <a:xfrm>
            <a:off x="3177356" y="3470319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5" name="Google Shape;325;p13"/>
          <p:cNvSpPr txBox="1">
            <a:spLocks noGrp="1"/>
          </p:cNvSpPr>
          <p:nvPr>
            <p:ph type="title" idx="6" hasCustomPrompt="1"/>
          </p:nvPr>
        </p:nvSpPr>
        <p:spPr>
          <a:xfrm>
            <a:off x="3177356" y="2334924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6" name="Google Shape;326;p13"/>
          <p:cNvSpPr txBox="1">
            <a:spLocks noGrp="1"/>
          </p:cNvSpPr>
          <p:nvPr>
            <p:ph type="title" idx="7" hasCustomPrompt="1"/>
          </p:nvPr>
        </p:nvSpPr>
        <p:spPr>
          <a:xfrm>
            <a:off x="3177356" y="4038016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7" name="Google Shape;327;p13"/>
          <p:cNvSpPr txBox="1">
            <a:spLocks noGrp="1"/>
          </p:cNvSpPr>
          <p:nvPr>
            <p:ph type="subTitle" idx="1"/>
          </p:nvPr>
        </p:nvSpPr>
        <p:spPr>
          <a:xfrm>
            <a:off x="4010944" y="1201329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328" name="Google Shape;328;p13"/>
          <p:cNvSpPr txBox="1">
            <a:spLocks noGrp="1"/>
          </p:cNvSpPr>
          <p:nvPr>
            <p:ph type="subTitle" idx="8"/>
          </p:nvPr>
        </p:nvSpPr>
        <p:spPr>
          <a:xfrm>
            <a:off x="4010944" y="1769028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329" name="Google Shape;329;p13"/>
          <p:cNvSpPr txBox="1">
            <a:spLocks noGrp="1"/>
          </p:cNvSpPr>
          <p:nvPr>
            <p:ph type="subTitle" idx="9"/>
          </p:nvPr>
        </p:nvSpPr>
        <p:spPr>
          <a:xfrm>
            <a:off x="4010944" y="2336727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330" name="Google Shape;330;p13"/>
          <p:cNvSpPr txBox="1">
            <a:spLocks noGrp="1"/>
          </p:cNvSpPr>
          <p:nvPr>
            <p:ph type="subTitle" idx="13"/>
          </p:nvPr>
        </p:nvSpPr>
        <p:spPr>
          <a:xfrm>
            <a:off x="4010941" y="2904427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331" name="Google Shape;331;p13"/>
          <p:cNvSpPr txBox="1">
            <a:spLocks noGrp="1"/>
          </p:cNvSpPr>
          <p:nvPr>
            <p:ph type="subTitle" idx="14"/>
          </p:nvPr>
        </p:nvSpPr>
        <p:spPr>
          <a:xfrm>
            <a:off x="4010941" y="3472126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332" name="Google Shape;332;p13"/>
          <p:cNvSpPr txBox="1">
            <a:spLocks noGrp="1"/>
          </p:cNvSpPr>
          <p:nvPr>
            <p:ph type="subTitle" idx="15"/>
          </p:nvPr>
        </p:nvSpPr>
        <p:spPr>
          <a:xfrm>
            <a:off x="4010941" y="4039825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grpSp>
        <p:nvGrpSpPr>
          <p:cNvPr id="333" name="Google Shape;333;p13"/>
          <p:cNvGrpSpPr/>
          <p:nvPr/>
        </p:nvGrpSpPr>
        <p:grpSpPr>
          <a:xfrm>
            <a:off x="377427" y="204425"/>
            <a:ext cx="8916117" cy="4541546"/>
            <a:chOff x="377427" y="204425"/>
            <a:chExt cx="8916117" cy="4541546"/>
          </a:xfrm>
        </p:grpSpPr>
        <p:grpSp>
          <p:nvGrpSpPr>
            <p:cNvPr id="334" name="Google Shape;334;p13"/>
            <p:cNvGrpSpPr/>
            <p:nvPr/>
          </p:nvGrpSpPr>
          <p:grpSpPr>
            <a:xfrm>
              <a:off x="377427" y="3968227"/>
              <a:ext cx="200266" cy="777744"/>
              <a:chOff x="8153327" y="353177"/>
              <a:chExt cx="200266" cy="777744"/>
            </a:xfrm>
          </p:grpSpPr>
          <p:sp>
            <p:nvSpPr>
              <p:cNvPr id="335" name="Google Shape;335;p13"/>
              <p:cNvSpPr/>
              <p:nvPr/>
            </p:nvSpPr>
            <p:spPr>
              <a:xfrm rot="10800000">
                <a:off x="8153327" y="655927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" name="Google Shape;336;p13"/>
              <p:cNvSpPr/>
              <p:nvPr/>
            </p:nvSpPr>
            <p:spPr>
              <a:xfrm rot="10800000">
                <a:off x="8310477" y="353177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37" name="Google Shape;337;p13"/>
            <p:cNvGrpSpPr/>
            <p:nvPr/>
          </p:nvGrpSpPr>
          <p:grpSpPr>
            <a:xfrm rot="-5400000">
              <a:off x="8807027" y="2115202"/>
              <a:ext cx="206891" cy="766144"/>
              <a:chOff x="8650702" y="1651177"/>
              <a:chExt cx="206891" cy="766144"/>
            </a:xfrm>
          </p:grpSpPr>
          <p:sp>
            <p:nvSpPr>
              <p:cNvPr id="338" name="Google Shape;338;p13"/>
              <p:cNvSpPr/>
              <p:nvPr/>
            </p:nvSpPr>
            <p:spPr>
              <a:xfrm rot="10800000">
                <a:off x="8650702" y="1651177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" name="Google Shape;339;p13"/>
              <p:cNvSpPr/>
              <p:nvPr/>
            </p:nvSpPr>
            <p:spPr>
              <a:xfrm rot="10800000">
                <a:off x="8814477" y="1942327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40" name="Google Shape;340;p13"/>
            <p:cNvGrpSpPr/>
            <p:nvPr/>
          </p:nvGrpSpPr>
          <p:grpSpPr>
            <a:xfrm>
              <a:off x="7437187" y="204425"/>
              <a:ext cx="862215" cy="240599"/>
              <a:chOff x="6903462" y="1158900"/>
              <a:chExt cx="862215" cy="240599"/>
            </a:xfrm>
          </p:grpSpPr>
          <p:sp>
            <p:nvSpPr>
              <p:cNvPr id="341" name="Google Shape;341;p13"/>
              <p:cNvSpPr/>
              <p:nvPr/>
            </p:nvSpPr>
            <p:spPr>
              <a:xfrm flipH="1">
                <a:off x="6903462" y="1158900"/>
                <a:ext cx="240599" cy="240599"/>
              </a:xfrm>
              <a:custGeom>
                <a:avLst/>
                <a:gdLst/>
                <a:ahLst/>
                <a:cxnLst/>
                <a:rect l="l" t="t" r="r" b="b"/>
                <a:pathLst>
                  <a:path w="1784" h="1784" fill="none" extrusionOk="0">
                    <a:moveTo>
                      <a:pt x="1783" y="906"/>
                    </a:moveTo>
                    <a:cubicBezTo>
                      <a:pt x="1783" y="1392"/>
                      <a:pt x="1392" y="1783"/>
                      <a:pt x="877" y="1783"/>
                    </a:cubicBezTo>
                    <a:cubicBezTo>
                      <a:pt x="392" y="1783"/>
                      <a:pt x="0" y="1392"/>
                      <a:pt x="0" y="906"/>
                    </a:cubicBezTo>
                    <a:cubicBezTo>
                      <a:pt x="0" y="428"/>
                      <a:pt x="392" y="0"/>
                      <a:pt x="877" y="0"/>
                    </a:cubicBezTo>
                    <a:cubicBezTo>
                      <a:pt x="1392" y="0"/>
                      <a:pt x="1783" y="428"/>
                      <a:pt x="1783" y="906"/>
                    </a:cubicBezTo>
                    <a:close/>
                  </a:path>
                </a:pathLst>
              </a:custGeom>
              <a:noFill/>
              <a:ln w="597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" name="Google Shape;342;p13"/>
              <p:cNvSpPr/>
              <p:nvPr/>
            </p:nvSpPr>
            <p:spPr>
              <a:xfrm rot="5400000" flipH="1">
                <a:off x="7506622" y="1041704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43" name="Google Shape;343;p13"/>
          <p:cNvGrpSpPr/>
          <p:nvPr/>
        </p:nvGrpSpPr>
        <p:grpSpPr>
          <a:xfrm>
            <a:off x="-556748" y="-57000"/>
            <a:ext cx="10429656" cy="3378450"/>
            <a:chOff x="-556748" y="-57000"/>
            <a:chExt cx="10429656" cy="3378450"/>
          </a:xfrm>
        </p:grpSpPr>
        <p:grpSp>
          <p:nvGrpSpPr>
            <p:cNvPr id="344" name="Google Shape;344;p13"/>
            <p:cNvGrpSpPr/>
            <p:nvPr/>
          </p:nvGrpSpPr>
          <p:grpSpPr>
            <a:xfrm flipH="1">
              <a:off x="8221607" y="1714746"/>
              <a:ext cx="493321" cy="357312"/>
              <a:chOff x="1722354" y="229144"/>
              <a:chExt cx="1748744" cy="1266614"/>
            </a:xfrm>
          </p:grpSpPr>
          <p:sp>
            <p:nvSpPr>
              <p:cNvPr id="345" name="Google Shape;345;p13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" name="Google Shape;346;p13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47" name="Google Shape;347;p13"/>
            <p:cNvSpPr/>
            <p:nvPr/>
          </p:nvSpPr>
          <p:spPr>
            <a:xfrm>
              <a:off x="8221600" y="-57000"/>
              <a:ext cx="1027600" cy="3378450"/>
            </a:xfrm>
            <a:custGeom>
              <a:avLst/>
              <a:gdLst/>
              <a:ahLst/>
              <a:cxnLst/>
              <a:rect l="l" t="t" r="r" b="b"/>
              <a:pathLst>
                <a:path w="41104" h="135138" extrusionOk="0">
                  <a:moveTo>
                    <a:pt x="41104" y="135138"/>
                  </a:moveTo>
                  <a:lnTo>
                    <a:pt x="0" y="111407"/>
                  </a:lnTo>
                  <a:lnTo>
                    <a:pt x="0" y="57500"/>
                  </a:lnTo>
                  <a:lnTo>
                    <a:pt x="12424" y="45076"/>
                  </a:lnTo>
                  <a:lnTo>
                    <a:pt x="12424" y="0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348" name="Google Shape;348;p13"/>
            <p:cNvGrpSpPr/>
            <p:nvPr/>
          </p:nvGrpSpPr>
          <p:grpSpPr>
            <a:xfrm>
              <a:off x="8527396" y="539490"/>
              <a:ext cx="1345511" cy="273510"/>
              <a:chOff x="-6675" y="2881558"/>
              <a:chExt cx="9140700" cy="2059567"/>
            </a:xfrm>
          </p:grpSpPr>
          <p:cxnSp>
            <p:nvCxnSpPr>
              <p:cNvPr id="349" name="Google Shape;349;p13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0" name="Google Shape;350;p13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1" name="Google Shape;351;p13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2" name="Google Shape;352;p13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3" name="Google Shape;353;p13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354" name="Google Shape;354;p13"/>
            <p:cNvGrpSpPr/>
            <p:nvPr/>
          </p:nvGrpSpPr>
          <p:grpSpPr>
            <a:xfrm rot="10800000">
              <a:off x="-556748" y="2551975"/>
              <a:ext cx="1029243" cy="273510"/>
              <a:chOff x="-6675" y="2881558"/>
              <a:chExt cx="9140700" cy="2059567"/>
            </a:xfrm>
          </p:grpSpPr>
          <p:cxnSp>
            <p:nvCxnSpPr>
              <p:cNvPr id="355" name="Google Shape;355;p13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6" name="Google Shape;356;p13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7" name="Google Shape;357;p13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8" name="Google Shape;358;p13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9" name="Google Shape;359;p13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360" name="Google Shape;360;p13"/>
          <p:cNvGrpSpPr/>
          <p:nvPr/>
        </p:nvGrpSpPr>
        <p:grpSpPr>
          <a:xfrm>
            <a:off x="-160350" y="1017736"/>
            <a:ext cx="9034618" cy="1344543"/>
            <a:chOff x="-160350" y="1017736"/>
            <a:chExt cx="9034618" cy="1344543"/>
          </a:xfrm>
        </p:grpSpPr>
        <p:sp>
          <p:nvSpPr>
            <p:cNvPr id="361" name="Google Shape;361;p13"/>
            <p:cNvSpPr/>
            <p:nvPr/>
          </p:nvSpPr>
          <p:spPr>
            <a:xfrm rot="10800000">
              <a:off x="8834212" y="101773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13"/>
            <p:cNvSpPr/>
            <p:nvPr/>
          </p:nvSpPr>
          <p:spPr>
            <a:xfrm rot="5400000">
              <a:off x="40062" y="2121811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3" name="Google Shape;363;p13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12"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66" name="Google Shape;366;p14"/>
          <p:cNvSpPr txBox="1">
            <a:spLocks noGrp="1"/>
          </p:cNvSpPr>
          <p:nvPr>
            <p:ph type="subTitle" idx="1"/>
          </p:nvPr>
        </p:nvSpPr>
        <p:spPr>
          <a:xfrm>
            <a:off x="720000" y="1067776"/>
            <a:ext cx="7704000" cy="87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grpSp>
        <p:nvGrpSpPr>
          <p:cNvPr id="367" name="Google Shape;367;p14"/>
          <p:cNvGrpSpPr/>
          <p:nvPr/>
        </p:nvGrpSpPr>
        <p:grpSpPr>
          <a:xfrm>
            <a:off x="248963" y="1017730"/>
            <a:ext cx="8980467" cy="3860780"/>
            <a:chOff x="248963" y="1017730"/>
            <a:chExt cx="8980467" cy="3860780"/>
          </a:xfrm>
        </p:grpSpPr>
        <p:sp>
          <p:nvSpPr>
            <p:cNvPr id="368" name="Google Shape;368;p14"/>
            <p:cNvSpPr/>
            <p:nvPr/>
          </p:nvSpPr>
          <p:spPr>
            <a:xfrm>
              <a:off x="422688" y="1317880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14"/>
            <p:cNvSpPr/>
            <p:nvPr/>
          </p:nvSpPr>
          <p:spPr>
            <a:xfrm>
              <a:off x="248963" y="1017730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70" name="Google Shape;370;p14"/>
            <p:cNvGrpSpPr/>
            <p:nvPr/>
          </p:nvGrpSpPr>
          <p:grpSpPr>
            <a:xfrm rot="-5400000">
              <a:off x="8742913" y="4391992"/>
              <a:ext cx="206891" cy="766144"/>
              <a:chOff x="8650702" y="3525402"/>
              <a:chExt cx="206891" cy="766144"/>
            </a:xfrm>
          </p:grpSpPr>
          <p:sp>
            <p:nvSpPr>
              <p:cNvPr id="371" name="Google Shape;371;p14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" name="Google Shape;372;p14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73" name="Google Shape;373;p14"/>
          <p:cNvGrpSpPr/>
          <p:nvPr/>
        </p:nvGrpSpPr>
        <p:grpSpPr>
          <a:xfrm>
            <a:off x="250498" y="1721188"/>
            <a:ext cx="8259948" cy="2990484"/>
            <a:chOff x="250498" y="1721188"/>
            <a:chExt cx="8259948" cy="2990484"/>
          </a:xfrm>
        </p:grpSpPr>
        <p:sp>
          <p:nvSpPr>
            <p:cNvPr id="374" name="Google Shape;374;p14"/>
            <p:cNvSpPr/>
            <p:nvPr/>
          </p:nvSpPr>
          <p:spPr>
            <a:xfrm rot="10800000">
              <a:off x="250498" y="1721188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14"/>
            <p:cNvSpPr/>
            <p:nvPr/>
          </p:nvSpPr>
          <p:spPr>
            <a:xfrm rot="-5400000">
              <a:off x="8269979" y="4471205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6" name="Google Shape;376;p14"/>
          <p:cNvGrpSpPr/>
          <p:nvPr/>
        </p:nvGrpSpPr>
        <p:grpSpPr>
          <a:xfrm>
            <a:off x="-2218609" y="-174950"/>
            <a:ext cx="12004520" cy="8522877"/>
            <a:chOff x="-2218609" y="-174950"/>
            <a:chExt cx="12004520" cy="8522877"/>
          </a:xfrm>
        </p:grpSpPr>
        <p:sp>
          <p:nvSpPr>
            <p:cNvPr id="377" name="Google Shape;377;p14"/>
            <p:cNvSpPr/>
            <p:nvPr/>
          </p:nvSpPr>
          <p:spPr>
            <a:xfrm>
              <a:off x="-2218609" y="-174950"/>
              <a:ext cx="3801167" cy="569934"/>
            </a:xfrm>
            <a:custGeom>
              <a:avLst/>
              <a:gdLst/>
              <a:ahLst/>
              <a:cxnLst/>
              <a:rect l="l" t="t" r="r" b="b"/>
              <a:pathLst>
                <a:path w="130255" h="19530" extrusionOk="0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378" name="Google Shape;378;p14"/>
            <p:cNvGrpSpPr/>
            <p:nvPr/>
          </p:nvGrpSpPr>
          <p:grpSpPr>
            <a:xfrm rot="-5400000" flipH="1">
              <a:off x="7449713" y="4739627"/>
              <a:ext cx="493321" cy="357312"/>
              <a:chOff x="1722354" y="229144"/>
              <a:chExt cx="1748744" cy="1266614"/>
            </a:xfrm>
          </p:grpSpPr>
          <p:sp>
            <p:nvSpPr>
              <p:cNvPr id="379" name="Google Shape;379;p14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" name="Google Shape;380;p14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81" name="Google Shape;381;p14"/>
            <p:cNvSpPr/>
            <p:nvPr/>
          </p:nvSpPr>
          <p:spPr>
            <a:xfrm rot="10800000" flipH="1">
              <a:off x="8147148" y="2028637"/>
              <a:ext cx="1521858" cy="6319290"/>
            </a:xfrm>
            <a:custGeom>
              <a:avLst/>
              <a:gdLst/>
              <a:ahLst/>
              <a:cxnLst/>
              <a:rect l="l" t="t" r="r" b="b"/>
              <a:pathLst>
                <a:path w="23262" h="96592" extrusionOk="0">
                  <a:moveTo>
                    <a:pt x="0" y="0"/>
                  </a:moveTo>
                  <a:lnTo>
                    <a:pt x="18318" y="18318"/>
                  </a:lnTo>
                  <a:lnTo>
                    <a:pt x="18318" y="58471"/>
                  </a:lnTo>
                  <a:lnTo>
                    <a:pt x="10373" y="66417"/>
                  </a:lnTo>
                  <a:lnTo>
                    <a:pt x="10373" y="83703"/>
                  </a:lnTo>
                  <a:lnTo>
                    <a:pt x="23262" y="96592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382" name="Google Shape;382;p14"/>
            <p:cNvGrpSpPr/>
            <p:nvPr/>
          </p:nvGrpSpPr>
          <p:grpSpPr>
            <a:xfrm flipH="1">
              <a:off x="8820653" y="3237867"/>
              <a:ext cx="965258" cy="273510"/>
              <a:chOff x="-6675" y="2881558"/>
              <a:chExt cx="9140700" cy="2059567"/>
            </a:xfrm>
          </p:grpSpPr>
          <p:cxnSp>
            <p:nvCxnSpPr>
              <p:cNvPr id="383" name="Google Shape;383;p14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4" name="Google Shape;384;p14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5" name="Google Shape;385;p14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6" name="Google Shape;386;p14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7" name="Google Shape;387;p14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388" name="Google Shape;388;p14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12_1"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1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91" name="Google Shape;391;p15"/>
          <p:cNvSpPr txBox="1">
            <a:spLocks noGrp="1"/>
          </p:cNvSpPr>
          <p:nvPr>
            <p:ph type="subTitle" idx="1"/>
          </p:nvPr>
        </p:nvSpPr>
        <p:spPr>
          <a:xfrm>
            <a:off x="720000" y="1150950"/>
            <a:ext cx="7704000" cy="29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grpSp>
        <p:nvGrpSpPr>
          <p:cNvPr id="392" name="Google Shape;392;p15"/>
          <p:cNvGrpSpPr/>
          <p:nvPr/>
        </p:nvGrpSpPr>
        <p:grpSpPr>
          <a:xfrm>
            <a:off x="8393651" y="-1627766"/>
            <a:ext cx="614899" cy="2881846"/>
            <a:chOff x="1337784" y="-2525559"/>
            <a:chExt cx="1352318" cy="6337907"/>
          </a:xfrm>
        </p:grpSpPr>
        <p:cxnSp>
          <p:nvCxnSpPr>
            <p:cNvPr id="393" name="Google Shape;393;p15"/>
            <p:cNvCxnSpPr/>
            <p:nvPr/>
          </p:nvCxnSpPr>
          <p:spPr>
            <a:xfrm rot="10800000">
              <a:off x="1337784" y="-2525559"/>
              <a:ext cx="0" cy="49905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4" name="Google Shape;394;p15"/>
            <p:cNvCxnSpPr/>
            <p:nvPr/>
          </p:nvCxnSpPr>
          <p:spPr>
            <a:xfrm>
              <a:off x="1337784" y="2466654"/>
              <a:ext cx="984900" cy="9702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95" name="Google Shape;395;p15"/>
            <p:cNvSpPr/>
            <p:nvPr/>
          </p:nvSpPr>
          <p:spPr>
            <a:xfrm rot="5400000">
              <a:off x="2266990" y="3389237"/>
              <a:ext cx="425397" cy="420826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2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6" name="Google Shape;396;p15"/>
          <p:cNvGrpSpPr/>
          <p:nvPr/>
        </p:nvGrpSpPr>
        <p:grpSpPr>
          <a:xfrm>
            <a:off x="6485555" y="4129788"/>
            <a:ext cx="269696" cy="1209440"/>
            <a:chOff x="6933883" y="3613321"/>
            <a:chExt cx="269696" cy="1209440"/>
          </a:xfrm>
        </p:grpSpPr>
        <p:sp>
          <p:nvSpPr>
            <p:cNvPr id="397" name="Google Shape;397;p15"/>
            <p:cNvSpPr/>
            <p:nvPr/>
          </p:nvSpPr>
          <p:spPr>
            <a:xfrm rot="10800000">
              <a:off x="7160463" y="4347766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15"/>
            <p:cNvSpPr/>
            <p:nvPr/>
          </p:nvSpPr>
          <p:spPr>
            <a:xfrm rot="10800000">
              <a:off x="6933883" y="3613321"/>
              <a:ext cx="75100" cy="827502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9" name="Google Shape;399;p15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1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02" name="Google Shape;402;p16"/>
          <p:cNvSpPr txBox="1">
            <a:spLocks noGrp="1"/>
          </p:cNvSpPr>
          <p:nvPr>
            <p:ph type="subTitle" idx="1"/>
          </p:nvPr>
        </p:nvSpPr>
        <p:spPr>
          <a:xfrm>
            <a:off x="1090025" y="2438273"/>
            <a:ext cx="22602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03" name="Google Shape;403;p16"/>
          <p:cNvSpPr txBox="1">
            <a:spLocks noGrp="1"/>
          </p:cNvSpPr>
          <p:nvPr>
            <p:ph type="subTitle" idx="2"/>
          </p:nvPr>
        </p:nvSpPr>
        <p:spPr>
          <a:xfrm>
            <a:off x="3501725" y="2438273"/>
            <a:ext cx="22602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04" name="Google Shape;404;p16"/>
          <p:cNvSpPr txBox="1">
            <a:spLocks noGrp="1"/>
          </p:cNvSpPr>
          <p:nvPr>
            <p:ph type="subTitle" idx="3"/>
          </p:nvPr>
        </p:nvSpPr>
        <p:spPr>
          <a:xfrm>
            <a:off x="5913431" y="2438273"/>
            <a:ext cx="22602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05" name="Google Shape;405;p16"/>
          <p:cNvSpPr txBox="1">
            <a:spLocks noGrp="1"/>
          </p:cNvSpPr>
          <p:nvPr>
            <p:ph type="subTitle" idx="4"/>
          </p:nvPr>
        </p:nvSpPr>
        <p:spPr>
          <a:xfrm>
            <a:off x="1090025" y="2029925"/>
            <a:ext cx="2260200" cy="48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06" name="Google Shape;406;p16"/>
          <p:cNvSpPr txBox="1">
            <a:spLocks noGrp="1"/>
          </p:cNvSpPr>
          <p:nvPr>
            <p:ph type="subTitle" idx="5"/>
          </p:nvPr>
        </p:nvSpPr>
        <p:spPr>
          <a:xfrm>
            <a:off x="3501728" y="2029925"/>
            <a:ext cx="2260200" cy="48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07" name="Google Shape;407;p16"/>
          <p:cNvSpPr txBox="1">
            <a:spLocks noGrp="1"/>
          </p:cNvSpPr>
          <p:nvPr>
            <p:ph type="subTitle" idx="6"/>
          </p:nvPr>
        </p:nvSpPr>
        <p:spPr>
          <a:xfrm>
            <a:off x="5913432" y="2029925"/>
            <a:ext cx="2260200" cy="48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grpSp>
        <p:nvGrpSpPr>
          <p:cNvPr id="408" name="Google Shape;408;p16"/>
          <p:cNvGrpSpPr/>
          <p:nvPr/>
        </p:nvGrpSpPr>
        <p:grpSpPr>
          <a:xfrm>
            <a:off x="188277" y="445029"/>
            <a:ext cx="8669349" cy="4596267"/>
            <a:chOff x="188277" y="445029"/>
            <a:chExt cx="8669349" cy="4596267"/>
          </a:xfrm>
        </p:grpSpPr>
        <p:sp>
          <p:nvSpPr>
            <p:cNvPr id="409" name="Google Shape;409;p16"/>
            <p:cNvSpPr/>
            <p:nvPr/>
          </p:nvSpPr>
          <p:spPr>
            <a:xfrm rot="10800000">
              <a:off x="8615635" y="684429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16"/>
            <p:cNvSpPr/>
            <p:nvPr/>
          </p:nvSpPr>
          <p:spPr>
            <a:xfrm rot="10800000">
              <a:off x="8814510" y="445029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11" name="Google Shape;411;p16"/>
            <p:cNvGrpSpPr/>
            <p:nvPr/>
          </p:nvGrpSpPr>
          <p:grpSpPr>
            <a:xfrm>
              <a:off x="188277" y="4275152"/>
              <a:ext cx="206891" cy="766144"/>
              <a:chOff x="8650702" y="3525402"/>
              <a:chExt cx="206891" cy="766144"/>
            </a:xfrm>
          </p:grpSpPr>
          <p:sp>
            <p:nvSpPr>
              <p:cNvPr id="412" name="Google Shape;412;p16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Google Shape;413;p16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14" name="Google Shape;414;p16"/>
          <p:cNvGrpSpPr/>
          <p:nvPr/>
        </p:nvGrpSpPr>
        <p:grpSpPr>
          <a:xfrm>
            <a:off x="478250" y="1380581"/>
            <a:ext cx="8298985" cy="1930684"/>
            <a:chOff x="478250" y="1380581"/>
            <a:chExt cx="8298985" cy="1930684"/>
          </a:xfrm>
        </p:grpSpPr>
        <p:sp>
          <p:nvSpPr>
            <p:cNvPr id="415" name="Google Shape;415;p16"/>
            <p:cNvSpPr/>
            <p:nvPr/>
          </p:nvSpPr>
          <p:spPr>
            <a:xfrm rot="10800000">
              <a:off x="8737179" y="1380581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16"/>
            <p:cNvSpPr/>
            <p:nvPr/>
          </p:nvSpPr>
          <p:spPr>
            <a:xfrm rot="10800000">
              <a:off x="478250" y="287038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17" name="Google Shape;417;p16"/>
          <p:cNvGrpSpPr/>
          <p:nvPr/>
        </p:nvGrpSpPr>
        <p:grpSpPr>
          <a:xfrm>
            <a:off x="260198" y="-534009"/>
            <a:ext cx="8742927" cy="5946659"/>
            <a:chOff x="260198" y="-534009"/>
            <a:chExt cx="8742927" cy="5946659"/>
          </a:xfrm>
        </p:grpSpPr>
        <p:grpSp>
          <p:nvGrpSpPr>
            <p:cNvPr id="418" name="Google Shape;418;p16"/>
            <p:cNvGrpSpPr/>
            <p:nvPr/>
          </p:nvGrpSpPr>
          <p:grpSpPr>
            <a:xfrm rot="5400000" flipH="1">
              <a:off x="7247712" y="-188135"/>
              <a:ext cx="965258" cy="273510"/>
              <a:chOff x="-6675" y="2881558"/>
              <a:chExt cx="9140700" cy="2059567"/>
            </a:xfrm>
          </p:grpSpPr>
          <p:cxnSp>
            <p:nvCxnSpPr>
              <p:cNvPr id="419" name="Google Shape;419;p16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20" name="Google Shape;420;p16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21" name="Google Shape;421;p16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22" name="Google Shape;422;p16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23" name="Google Shape;423;p16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424" name="Google Shape;424;p16"/>
            <p:cNvSpPr/>
            <p:nvPr/>
          </p:nvSpPr>
          <p:spPr>
            <a:xfrm>
              <a:off x="5746750" y="-57000"/>
              <a:ext cx="3256375" cy="488250"/>
            </a:xfrm>
            <a:custGeom>
              <a:avLst/>
              <a:gdLst/>
              <a:ahLst/>
              <a:cxnLst/>
              <a:rect l="l" t="t" r="r" b="b"/>
              <a:pathLst>
                <a:path w="130255" h="19530" extrusionOk="0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425" name="Google Shape;425;p16"/>
            <p:cNvGrpSpPr/>
            <p:nvPr/>
          </p:nvGrpSpPr>
          <p:grpSpPr>
            <a:xfrm>
              <a:off x="260198" y="3089575"/>
              <a:ext cx="493321" cy="2323075"/>
              <a:chOff x="260198" y="3089575"/>
              <a:chExt cx="493321" cy="2323075"/>
            </a:xfrm>
          </p:grpSpPr>
          <p:grpSp>
            <p:nvGrpSpPr>
              <p:cNvPr id="426" name="Google Shape;426;p16"/>
              <p:cNvGrpSpPr/>
              <p:nvPr/>
            </p:nvGrpSpPr>
            <p:grpSpPr>
              <a:xfrm rot="10800000">
                <a:off x="260198" y="3645746"/>
                <a:ext cx="493321" cy="357312"/>
                <a:chOff x="1722354" y="229144"/>
                <a:chExt cx="1748744" cy="1266614"/>
              </a:xfrm>
            </p:grpSpPr>
            <p:sp>
              <p:nvSpPr>
                <p:cNvPr id="427" name="Google Shape;427;p16"/>
                <p:cNvSpPr/>
                <p:nvPr/>
              </p:nvSpPr>
              <p:spPr>
                <a:xfrm rot="10800000">
                  <a:off x="2239107" y="792406"/>
                  <a:ext cx="1231990" cy="7033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64" h="2777" fill="none" extrusionOk="0">
                      <a:moveTo>
                        <a:pt x="4863" y="2776"/>
                      </a:moveTo>
                      <a:lnTo>
                        <a:pt x="2051" y="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9525" cap="rnd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8" name="Google Shape;428;p16"/>
                <p:cNvSpPr/>
                <p:nvPr/>
              </p:nvSpPr>
              <p:spPr>
                <a:xfrm rot="10800000">
                  <a:off x="1722354" y="229144"/>
                  <a:ext cx="627506" cy="6207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429" name="Google Shape;429;p16"/>
              <p:cNvSpPr/>
              <p:nvPr/>
            </p:nvSpPr>
            <p:spPr>
              <a:xfrm>
                <a:off x="260200" y="3089575"/>
                <a:ext cx="476150" cy="2323075"/>
              </a:xfrm>
              <a:custGeom>
                <a:avLst/>
                <a:gdLst/>
                <a:ahLst/>
                <a:cxnLst/>
                <a:rect l="l" t="t" r="r" b="b"/>
                <a:pathLst>
                  <a:path w="19046" h="92923" extrusionOk="0">
                    <a:moveTo>
                      <a:pt x="0" y="0"/>
                    </a:moveTo>
                    <a:lnTo>
                      <a:pt x="0" y="36635"/>
                    </a:lnTo>
                    <a:lnTo>
                      <a:pt x="19046" y="55681"/>
                    </a:lnTo>
                    <a:lnTo>
                      <a:pt x="19046" y="92923"/>
                    </a:ln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</p:grpSp>
      <p:sp>
        <p:nvSpPr>
          <p:cNvPr id="430" name="Google Shape;430;p16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33" name="Google Shape;433;p17"/>
          <p:cNvSpPr txBox="1">
            <a:spLocks noGrp="1"/>
          </p:cNvSpPr>
          <p:nvPr>
            <p:ph type="subTitle" idx="1"/>
          </p:nvPr>
        </p:nvSpPr>
        <p:spPr>
          <a:xfrm>
            <a:off x="1253224" y="1770100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34" name="Google Shape;434;p17"/>
          <p:cNvSpPr txBox="1">
            <a:spLocks noGrp="1"/>
          </p:cNvSpPr>
          <p:nvPr>
            <p:ph type="subTitle" idx="2"/>
          </p:nvPr>
        </p:nvSpPr>
        <p:spPr>
          <a:xfrm>
            <a:off x="5079776" y="1770100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35" name="Google Shape;435;p17"/>
          <p:cNvSpPr txBox="1">
            <a:spLocks noGrp="1"/>
          </p:cNvSpPr>
          <p:nvPr>
            <p:ph type="subTitle" idx="3"/>
          </p:nvPr>
        </p:nvSpPr>
        <p:spPr>
          <a:xfrm>
            <a:off x="1253224" y="3281700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36" name="Google Shape;436;p17"/>
          <p:cNvSpPr txBox="1">
            <a:spLocks noGrp="1"/>
          </p:cNvSpPr>
          <p:nvPr>
            <p:ph type="subTitle" idx="4"/>
          </p:nvPr>
        </p:nvSpPr>
        <p:spPr>
          <a:xfrm>
            <a:off x="5079776" y="3281700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37" name="Google Shape;437;p17"/>
          <p:cNvSpPr txBox="1">
            <a:spLocks noGrp="1"/>
          </p:cNvSpPr>
          <p:nvPr>
            <p:ph type="subTitle" idx="5"/>
          </p:nvPr>
        </p:nvSpPr>
        <p:spPr>
          <a:xfrm>
            <a:off x="1253225" y="1316050"/>
            <a:ext cx="2811000" cy="51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38" name="Google Shape;438;p17"/>
          <p:cNvSpPr txBox="1">
            <a:spLocks noGrp="1"/>
          </p:cNvSpPr>
          <p:nvPr>
            <p:ph type="subTitle" idx="6"/>
          </p:nvPr>
        </p:nvSpPr>
        <p:spPr>
          <a:xfrm>
            <a:off x="1253225" y="2827725"/>
            <a:ext cx="2811000" cy="51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39" name="Google Shape;439;p17"/>
          <p:cNvSpPr txBox="1">
            <a:spLocks noGrp="1"/>
          </p:cNvSpPr>
          <p:nvPr>
            <p:ph type="subTitle" idx="7"/>
          </p:nvPr>
        </p:nvSpPr>
        <p:spPr>
          <a:xfrm>
            <a:off x="5079750" y="1316050"/>
            <a:ext cx="2811000" cy="51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40" name="Google Shape;440;p17"/>
          <p:cNvSpPr txBox="1">
            <a:spLocks noGrp="1"/>
          </p:cNvSpPr>
          <p:nvPr>
            <p:ph type="subTitle" idx="8"/>
          </p:nvPr>
        </p:nvSpPr>
        <p:spPr>
          <a:xfrm>
            <a:off x="5079750" y="2827725"/>
            <a:ext cx="2811000" cy="51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grpSp>
        <p:nvGrpSpPr>
          <p:cNvPr id="441" name="Google Shape;441;p17"/>
          <p:cNvGrpSpPr/>
          <p:nvPr/>
        </p:nvGrpSpPr>
        <p:grpSpPr>
          <a:xfrm>
            <a:off x="487075" y="3743425"/>
            <a:ext cx="8733034" cy="1098995"/>
            <a:chOff x="487075" y="3743425"/>
            <a:chExt cx="8733034" cy="1098995"/>
          </a:xfrm>
        </p:grpSpPr>
        <p:sp>
          <p:nvSpPr>
            <p:cNvPr id="442" name="Google Shape;442;p17"/>
            <p:cNvSpPr/>
            <p:nvPr/>
          </p:nvSpPr>
          <p:spPr>
            <a:xfrm rot="5400000">
              <a:off x="8961054" y="3726360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17"/>
            <p:cNvSpPr/>
            <p:nvPr/>
          </p:nvSpPr>
          <p:spPr>
            <a:xfrm rot="5400000">
              <a:off x="8721654" y="3527485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44" name="Google Shape;444;p17"/>
            <p:cNvGrpSpPr/>
            <p:nvPr/>
          </p:nvGrpSpPr>
          <p:grpSpPr>
            <a:xfrm rot="5400000">
              <a:off x="766702" y="4355902"/>
              <a:ext cx="206891" cy="766144"/>
              <a:chOff x="8650702" y="3525402"/>
              <a:chExt cx="206891" cy="766144"/>
            </a:xfrm>
          </p:grpSpPr>
          <p:sp>
            <p:nvSpPr>
              <p:cNvPr id="445" name="Google Shape;445;p17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" name="Google Shape;446;p17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47" name="Google Shape;447;p17"/>
          <p:cNvGrpSpPr/>
          <p:nvPr/>
        </p:nvGrpSpPr>
        <p:grpSpPr>
          <a:xfrm>
            <a:off x="197650" y="1003129"/>
            <a:ext cx="8689509" cy="2910487"/>
            <a:chOff x="197650" y="1003129"/>
            <a:chExt cx="8689509" cy="2910487"/>
          </a:xfrm>
        </p:grpSpPr>
        <p:sp>
          <p:nvSpPr>
            <p:cNvPr id="448" name="Google Shape;448;p17"/>
            <p:cNvSpPr/>
            <p:nvPr/>
          </p:nvSpPr>
          <p:spPr>
            <a:xfrm>
              <a:off x="8847104" y="1003129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17"/>
            <p:cNvSpPr/>
            <p:nvPr/>
          </p:nvSpPr>
          <p:spPr>
            <a:xfrm rot="10800000">
              <a:off x="197650" y="347273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0" name="Google Shape;450;p17"/>
          <p:cNvGrpSpPr/>
          <p:nvPr/>
        </p:nvGrpSpPr>
        <p:grpSpPr>
          <a:xfrm>
            <a:off x="-30950" y="-166792"/>
            <a:ext cx="9501942" cy="5231667"/>
            <a:chOff x="-30950" y="-166792"/>
            <a:chExt cx="9501942" cy="5231667"/>
          </a:xfrm>
        </p:grpSpPr>
        <p:grpSp>
          <p:nvGrpSpPr>
            <p:cNvPr id="451" name="Google Shape;451;p17"/>
            <p:cNvGrpSpPr/>
            <p:nvPr/>
          </p:nvGrpSpPr>
          <p:grpSpPr>
            <a:xfrm rot="-5400000">
              <a:off x="8362773" y="2998996"/>
              <a:ext cx="493321" cy="357312"/>
              <a:chOff x="1722354" y="229144"/>
              <a:chExt cx="1748744" cy="1266614"/>
            </a:xfrm>
          </p:grpSpPr>
          <p:sp>
            <p:nvSpPr>
              <p:cNvPr id="452" name="Google Shape;452;p17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3" name="Google Shape;453;p17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54" name="Google Shape;454;p17"/>
            <p:cNvGrpSpPr/>
            <p:nvPr/>
          </p:nvGrpSpPr>
          <p:grpSpPr>
            <a:xfrm rot="10800000" flipH="1">
              <a:off x="8505734" y="1680044"/>
              <a:ext cx="965258" cy="273510"/>
              <a:chOff x="-6675" y="2881558"/>
              <a:chExt cx="9140700" cy="2059567"/>
            </a:xfrm>
          </p:grpSpPr>
          <p:cxnSp>
            <p:nvCxnSpPr>
              <p:cNvPr id="455" name="Google Shape;455;p17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6" name="Google Shape;456;p17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7" name="Google Shape;457;p17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8" name="Google Shape;458;p17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9" name="Google Shape;459;p17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460" name="Google Shape;460;p17"/>
            <p:cNvSpPr/>
            <p:nvPr/>
          </p:nvSpPr>
          <p:spPr>
            <a:xfrm rot="5400000">
              <a:off x="7121670" y="1217270"/>
              <a:ext cx="3256375" cy="488250"/>
            </a:xfrm>
            <a:custGeom>
              <a:avLst/>
              <a:gdLst/>
              <a:ahLst/>
              <a:cxnLst/>
              <a:rect l="l" t="t" r="r" b="b"/>
              <a:pathLst>
                <a:path w="130255" h="19530" extrusionOk="0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61" name="Google Shape;461;p17"/>
            <p:cNvSpPr/>
            <p:nvPr/>
          </p:nvSpPr>
          <p:spPr>
            <a:xfrm>
              <a:off x="-30950" y="2650075"/>
              <a:ext cx="581550" cy="2414800"/>
            </a:xfrm>
            <a:custGeom>
              <a:avLst/>
              <a:gdLst/>
              <a:ahLst/>
              <a:cxnLst/>
              <a:rect l="l" t="t" r="r" b="b"/>
              <a:pathLst>
                <a:path w="23262" h="96592" extrusionOk="0">
                  <a:moveTo>
                    <a:pt x="0" y="0"/>
                  </a:moveTo>
                  <a:lnTo>
                    <a:pt x="18318" y="18318"/>
                  </a:lnTo>
                  <a:lnTo>
                    <a:pt x="18318" y="58471"/>
                  </a:lnTo>
                  <a:lnTo>
                    <a:pt x="10373" y="66417"/>
                  </a:lnTo>
                  <a:lnTo>
                    <a:pt x="10373" y="83703"/>
                  </a:lnTo>
                  <a:lnTo>
                    <a:pt x="23262" y="96592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462" name="Google Shape;462;p17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1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65" name="Google Shape;465;p18"/>
          <p:cNvSpPr txBox="1">
            <a:spLocks noGrp="1"/>
          </p:cNvSpPr>
          <p:nvPr>
            <p:ph type="subTitle" idx="1"/>
          </p:nvPr>
        </p:nvSpPr>
        <p:spPr>
          <a:xfrm>
            <a:off x="1182950" y="1729925"/>
            <a:ext cx="1986000" cy="10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66" name="Google Shape;466;p18"/>
          <p:cNvSpPr txBox="1">
            <a:spLocks noGrp="1"/>
          </p:cNvSpPr>
          <p:nvPr>
            <p:ph type="subTitle" idx="2"/>
          </p:nvPr>
        </p:nvSpPr>
        <p:spPr>
          <a:xfrm>
            <a:off x="3580856" y="1729934"/>
            <a:ext cx="1986000" cy="10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67" name="Google Shape;467;p18"/>
          <p:cNvSpPr txBox="1">
            <a:spLocks noGrp="1"/>
          </p:cNvSpPr>
          <p:nvPr>
            <p:ph type="subTitle" idx="3"/>
          </p:nvPr>
        </p:nvSpPr>
        <p:spPr>
          <a:xfrm>
            <a:off x="1182950" y="3419050"/>
            <a:ext cx="1986000" cy="10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68" name="Google Shape;468;p18"/>
          <p:cNvSpPr txBox="1">
            <a:spLocks noGrp="1"/>
          </p:cNvSpPr>
          <p:nvPr>
            <p:ph type="subTitle" idx="4"/>
          </p:nvPr>
        </p:nvSpPr>
        <p:spPr>
          <a:xfrm>
            <a:off x="3579000" y="3419050"/>
            <a:ext cx="1986000" cy="10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69" name="Google Shape;469;p18"/>
          <p:cNvSpPr txBox="1">
            <a:spLocks noGrp="1"/>
          </p:cNvSpPr>
          <p:nvPr>
            <p:ph type="subTitle" idx="5"/>
          </p:nvPr>
        </p:nvSpPr>
        <p:spPr>
          <a:xfrm>
            <a:off x="5975050" y="1729934"/>
            <a:ext cx="1986000" cy="10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70" name="Google Shape;470;p18"/>
          <p:cNvSpPr txBox="1">
            <a:spLocks noGrp="1"/>
          </p:cNvSpPr>
          <p:nvPr>
            <p:ph type="subTitle" idx="6"/>
          </p:nvPr>
        </p:nvSpPr>
        <p:spPr>
          <a:xfrm>
            <a:off x="5975050" y="3419050"/>
            <a:ext cx="1986000" cy="10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71" name="Google Shape;471;p18"/>
          <p:cNvSpPr txBox="1">
            <a:spLocks noGrp="1"/>
          </p:cNvSpPr>
          <p:nvPr>
            <p:ph type="subTitle" idx="7"/>
          </p:nvPr>
        </p:nvSpPr>
        <p:spPr>
          <a:xfrm>
            <a:off x="1190750" y="1396451"/>
            <a:ext cx="1978200" cy="46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72" name="Google Shape;472;p18"/>
          <p:cNvSpPr txBox="1">
            <a:spLocks noGrp="1"/>
          </p:cNvSpPr>
          <p:nvPr>
            <p:ph type="subTitle" idx="8"/>
          </p:nvPr>
        </p:nvSpPr>
        <p:spPr>
          <a:xfrm>
            <a:off x="3584756" y="1396458"/>
            <a:ext cx="1978200" cy="46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73" name="Google Shape;473;p18"/>
          <p:cNvSpPr txBox="1">
            <a:spLocks noGrp="1"/>
          </p:cNvSpPr>
          <p:nvPr>
            <p:ph type="subTitle" idx="9"/>
          </p:nvPr>
        </p:nvSpPr>
        <p:spPr>
          <a:xfrm>
            <a:off x="5978950" y="1396458"/>
            <a:ext cx="1978200" cy="46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74" name="Google Shape;474;p18"/>
          <p:cNvSpPr txBox="1">
            <a:spLocks noGrp="1"/>
          </p:cNvSpPr>
          <p:nvPr>
            <p:ph type="subTitle" idx="13"/>
          </p:nvPr>
        </p:nvSpPr>
        <p:spPr>
          <a:xfrm>
            <a:off x="1182950" y="3082550"/>
            <a:ext cx="1986000" cy="46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75" name="Google Shape;475;p18"/>
          <p:cNvSpPr txBox="1">
            <a:spLocks noGrp="1"/>
          </p:cNvSpPr>
          <p:nvPr>
            <p:ph type="subTitle" idx="14"/>
          </p:nvPr>
        </p:nvSpPr>
        <p:spPr>
          <a:xfrm>
            <a:off x="3584758" y="3082550"/>
            <a:ext cx="1978200" cy="46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76" name="Google Shape;476;p18"/>
          <p:cNvSpPr txBox="1">
            <a:spLocks noGrp="1"/>
          </p:cNvSpPr>
          <p:nvPr>
            <p:ph type="subTitle" idx="15"/>
          </p:nvPr>
        </p:nvSpPr>
        <p:spPr>
          <a:xfrm>
            <a:off x="5978948" y="3082550"/>
            <a:ext cx="1978200" cy="46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grpSp>
        <p:nvGrpSpPr>
          <p:cNvPr id="477" name="Google Shape;477;p18"/>
          <p:cNvGrpSpPr/>
          <p:nvPr/>
        </p:nvGrpSpPr>
        <p:grpSpPr>
          <a:xfrm>
            <a:off x="-173589" y="2054902"/>
            <a:ext cx="8977956" cy="875138"/>
            <a:chOff x="-173589" y="2054902"/>
            <a:chExt cx="8977956" cy="875138"/>
          </a:xfrm>
        </p:grpSpPr>
        <p:sp>
          <p:nvSpPr>
            <p:cNvPr id="478" name="Google Shape;478;p18"/>
            <p:cNvSpPr/>
            <p:nvPr/>
          </p:nvSpPr>
          <p:spPr>
            <a:xfrm rot="-5400000" flipH="1">
              <a:off x="157300" y="2670985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18"/>
            <p:cNvSpPr/>
            <p:nvPr/>
          </p:nvSpPr>
          <p:spPr>
            <a:xfrm rot="-5400000" flipH="1">
              <a:off x="42350" y="2423585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80" name="Google Shape;480;p18"/>
            <p:cNvGrpSpPr/>
            <p:nvPr/>
          </p:nvGrpSpPr>
          <p:grpSpPr>
            <a:xfrm rot="10800000" flipH="1">
              <a:off x="8597477" y="2054902"/>
              <a:ext cx="206891" cy="766144"/>
              <a:chOff x="8650702" y="3525402"/>
              <a:chExt cx="206891" cy="766144"/>
            </a:xfrm>
          </p:grpSpPr>
          <p:sp>
            <p:nvSpPr>
              <p:cNvPr id="481" name="Google Shape;481;p18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" name="Google Shape;482;p18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83" name="Google Shape;483;p18"/>
          <p:cNvGrpSpPr/>
          <p:nvPr/>
        </p:nvGrpSpPr>
        <p:grpSpPr>
          <a:xfrm>
            <a:off x="756786" y="700836"/>
            <a:ext cx="8183234" cy="4589198"/>
            <a:chOff x="756786" y="700836"/>
            <a:chExt cx="8183234" cy="4589198"/>
          </a:xfrm>
        </p:grpSpPr>
        <p:sp>
          <p:nvSpPr>
            <p:cNvPr id="484" name="Google Shape;484;p18"/>
            <p:cNvSpPr/>
            <p:nvPr/>
          </p:nvSpPr>
          <p:spPr>
            <a:xfrm flipH="1">
              <a:off x="756786" y="4849154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18"/>
            <p:cNvSpPr/>
            <p:nvPr/>
          </p:nvSpPr>
          <p:spPr>
            <a:xfrm rot="10800000" flipH="1">
              <a:off x="8899964" y="70083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6" name="Google Shape;486;p18"/>
          <p:cNvGrpSpPr/>
          <p:nvPr/>
        </p:nvGrpSpPr>
        <p:grpSpPr>
          <a:xfrm>
            <a:off x="-418722" y="-549400"/>
            <a:ext cx="9906875" cy="5811597"/>
            <a:chOff x="-418722" y="-549400"/>
            <a:chExt cx="9906875" cy="5811597"/>
          </a:xfrm>
        </p:grpSpPr>
        <p:grpSp>
          <p:nvGrpSpPr>
            <p:cNvPr id="487" name="Google Shape;487;p18"/>
            <p:cNvGrpSpPr/>
            <p:nvPr/>
          </p:nvGrpSpPr>
          <p:grpSpPr>
            <a:xfrm rot="10800000" flipH="1">
              <a:off x="8269288" y="182196"/>
              <a:ext cx="493321" cy="357312"/>
              <a:chOff x="1722354" y="229144"/>
              <a:chExt cx="1748744" cy="1266614"/>
            </a:xfrm>
          </p:grpSpPr>
          <p:sp>
            <p:nvSpPr>
              <p:cNvPr id="488" name="Google Shape;488;p18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" name="Google Shape;489;p18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90" name="Google Shape;490;p18"/>
            <p:cNvGrpSpPr/>
            <p:nvPr/>
          </p:nvGrpSpPr>
          <p:grpSpPr>
            <a:xfrm rot="10800000">
              <a:off x="-418722" y="3973294"/>
              <a:ext cx="965258" cy="273510"/>
              <a:chOff x="-6675" y="2881558"/>
              <a:chExt cx="9140700" cy="2059567"/>
            </a:xfrm>
          </p:grpSpPr>
          <p:cxnSp>
            <p:nvCxnSpPr>
              <p:cNvPr id="491" name="Google Shape;491;p18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2" name="Google Shape;492;p18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3" name="Google Shape;493;p18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4" name="Google Shape;494;p18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5" name="Google Shape;495;p18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496" name="Google Shape;496;p18"/>
            <p:cNvSpPr/>
            <p:nvPr/>
          </p:nvSpPr>
          <p:spPr>
            <a:xfrm rot="-5400000" flipH="1">
              <a:off x="-642564" y="4073091"/>
              <a:ext cx="2068124" cy="310088"/>
            </a:xfrm>
            <a:custGeom>
              <a:avLst/>
              <a:gdLst/>
              <a:ahLst/>
              <a:cxnLst/>
              <a:rect l="l" t="t" r="r" b="b"/>
              <a:pathLst>
                <a:path w="130255" h="19530" extrusionOk="0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97" name="Google Shape;497;p18"/>
            <p:cNvSpPr/>
            <p:nvPr/>
          </p:nvSpPr>
          <p:spPr>
            <a:xfrm flipH="1">
              <a:off x="8573201" y="-549400"/>
              <a:ext cx="914953" cy="3799205"/>
            </a:xfrm>
            <a:custGeom>
              <a:avLst/>
              <a:gdLst/>
              <a:ahLst/>
              <a:cxnLst/>
              <a:rect l="l" t="t" r="r" b="b"/>
              <a:pathLst>
                <a:path w="23262" h="96592" extrusionOk="0">
                  <a:moveTo>
                    <a:pt x="0" y="0"/>
                  </a:moveTo>
                  <a:lnTo>
                    <a:pt x="18318" y="18318"/>
                  </a:lnTo>
                  <a:lnTo>
                    <a:pt x="18318" y="58471"/>
                  </a:lnTo>
                  <a:lnTo>
                    <a:pt x="10373" y="66417"/>
                  </a:lnTo>
                  <a:lnTo>
                    <a:pt x="10373" y="83703"/>
                  </a:lnTo>
                  <a:lnTo>
                    <a:pt x="23262" y="96592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498" name="Google Shape;498;p18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8"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19"/>
          <p:cNvSpPr txBox="1">
            <a:spLocks noGrp="1"/>
          </p:cNvSpPr>
          <p:nvPr>
            <p:ph type="title" hasCustomPrompt="1"/>
          </p:nvPr>
        </p:nvSpPr>
        <p:spPr>
          <a:xfrm>
            <a:off x="1022225" y="2965495"/>
            <a:ext cx="3382500" cy="7689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41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501" name="Google Shape;501;p19"/>
          <p:cNvSpPr txBox="1">
            <a:spLocks noGrp="1"/>
          </p:cNvSpPr>
          <p:nvPr>
            <p:ph type="subTitle" idx="1"/>
          </p:nvPr>
        </p:nvSpPr>
        <p:spPr>
          <a:xfrm>
            <a:off x="1022225" y="3740150"/>
            <a:ext cx="3382500" cy="382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02" name="Google Shape;502;p19"/>
          <p:cNvSpPr txBox="1">
            <a:spLocks noGrp="1"/>
          </p:cNvSpPr>
          <p:nvPr>
            <p:ph type="title" idx="2" hasCustomPrompt="1"/>
          </p:nvPr>
        </p:nvSpPr>
        <p:spPr>
          <a:xfrm>
            <a:off x="3035252" y="1320175"/>
            <a:ext cx="3382500" cy="7689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41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503" name="Google Shape;503;p19"/>
          <p:cNvSpPr txBox="1">
            <a:spLocks noGrp="1"/>
          </p:cNvSpPr>
          <p:nvPr>
            <p:ph type="subTitle" idx="3"/>
          </p:nvPr>
        </p:nvSpPr>
        <p:spPr>
          <a:xfrm>
            <a:off x="3035252" y="2095118"/>
            <a:ext cx="3382500" cy="382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04" name="Google Shape;504;p19"/>
          <p:cNvSpPr txBox="1">
            <a:spLocks noGrp="1"/>
          </p:cNvSpPr>
          <p:nvPr>
            <p:ph type="title" idx="4" hasCustomPrompt="1"/>
          </p:nvPr>
        </p:nvSpPr>
        <p:spPr>
          <a:xfrm>
            <a:off x="5048280" y="2965495"/>
            <a:ext cx="3382500" cy="7689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41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505" name="Google Shape;505;p19"/>
          <p:cNvSpPr txBox="1">
            <a:spLocks noGrp="1"/>
          </p:cNvSpPr>
          <p:nvPr>
            <p:ph type="subTitle" idx="5"/>
          </p:nvPr>
        </p:nvSpPr>
        <p:spPr>
          <a:xfrm>
            <a:off x="5048280" y="3740150"/>
            <a:ext cx="3382500" cy="382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06" name="Google Shape;506;p19"/>
          <p:cNvSpPr/>
          <p:nvPr/>
        </p:nvSpPr>
        <p:spPr>
          <a:xfrm rot="5400000">
            <a:off x="9120511" y="697073"/>
            <a:ext cx="40056" cy="440880"/>
          </a:xfrm>
          <a:custGeom>
            <a:avLst/>
            <a:gdLst/>
            <a:ahLst/>
            <a:cxnLst/>
            <a:rect l="l" t="t" r="r" b="b"/>
            <a:pathLst>
              <a:path w="1146" h="12620" extrusionOk="0">
                <a:moveTo>
                  <a:pt x="573" y="1"/>
                </a:moveTo>
                <a:cubicBezTo>
                  <a:pt x="240" y="1"/>
                  <a:pt x="1" y="240"/>
                  <a:pt x="1" y="573"/>
                </a:cubicBezTo>
                <a:lnTo>
                  <a:pt x="1" y="12046"/>
                </a:lnTo>
                <a:cubicBezTo>
                  <a:pt x="1" y="12351"/>
                  <a:pt x="240" y="12619"/>
                  <a:pt x="573" y="12619"/>
                </a:cubicBezTo>
                <a:cubicBezTo>
                  <a:pt x="878" y="12619"/>
                  <a:pt x="1146" y="12351"/>
                  <a:pt x="1146" y="12046"/>
                </a:cubicBezTo>
                <a:lnTo>
                  <a:pt x="1146" y="573"/>
                </a:lnTo>
                <a:cubicBezTo>
                  <a:pt x="1146" y="240"/>
                  <a:pt x="878" y="1"/>
                  <a:pt x="57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07" name="Google Shape;507;p19"/>
          <p:cNvGrpSpPr/>
          <p:nvPr/>
        </p:nvGrpSpPr>
        <p:grpSpPr>
          <a:xfrm>
            <a:off x="-739800" y="415860"/>
            <a:ext cx="10142602" cy="2150259"/>
            <a:chOff x="-739800" y="415860"/>
            <a:chExt cx="10142602" cy="2150259"/>
          </a:xfrm>
        </p:grpSpPr>
        <p:grpSp>
          <p:nvGrpSpPr>
            <p:cNvPr id="508" name="Google Shape;508;p19"/>
            <p:cNvGrpSpPr/>
            <p:nvPr/>
          </p:nvGrpSpPr>
          <p:grpSpPr>
            <a:xfrm rot="5400000">
              <a:off x="8699132" y="-40532"/>
              <a:ext cx="247278" cy="1160062"/>
              <a:chOff x="1463894" y="1434556"/>
              <a:chExt cx="247278" cy="1160062"/>
            </a:xfrm>
          </p:grpSpPr>
          <p:sp>
            <p:nvSpPr>
              <p:cNvPr id="509" name="Google Shape;509;p19"/>
              <p:cNvSpPr/>
              <p:nvPr/>
            </p:nvSpPr>
            <p:spPr>
              <a:xfrm>
                <a:off x="1463894" y="2119623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" name="Google Shape;510;p19"/>
              <p:cNvSpPr/>
              <p:nvPr/>
            </p:nvSpPr>
            <p:spPr>
              <a:xfrm rot="10800000">
                <a:off x="1636072" y="1434556"/>
                <a:ext cx="75100" cy="827502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11" name="Google Shape;511;p19"/>
            <p:cNvGrpSpPr/>
            <p:nvPr/>
          </p:nvGrpSpPr>
          <p:grpSpPr>
            <a:xfrm>
              <a:off x="-739800" y="1454775"/>
              <a:ext cx="1111343" cy="1111343"/>
              <a:chOff x="8307725" y="278700"/>
              <a:chExt cx="1111343" cy="1111343"/>
            </a:xfrm>
          </p:grpSpPr>
          <p:sp>
            <p:nvSpPr>
              <p:cNvPr id="512" name="Google Shape;512;p19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avLst/>
                <a:gdLst/>
                <a:ahLst/>
                <a:cxnLst/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" name="Google Shape;513;p19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avLst/>
                <a:gdLst/>
                <a:ahLst/>
                <a:cxnLst/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14" name="Google Shape;514;p19"/>
          <p:cNvGrpSpPr/>
          <p:nvPr/>
        </p:nvGrpSpPr>
        <p:grpSpPr>
          <a:xfrm>
            <a:off x="-1340979" y="-3183303"/>
            <a:ext cx="10223939" cy="12189165"/>
            <a:chOff x="-1340979" y="-3183303"/>
            <a:chExt cx="10223939" cy="12189165"/>
          </a:xfrm>
        </p:grpSpPr>
        <p:grpSp>
          <p:nvGrpSpPr>
            <p:cNvPr id="515" name="Google Shape;515;p19"/>
            <p:cNvGrpSpPr/>
            <p:nvPr/>
          </p:nvGrpSpPr>
          <p:grpSpPr>
            <a:xfrm>
              <a:off x="3772273" y="2152995"/>
              <a:ext cx="5110686" cy="6852868"/>
              <a:chOff x="3772273" y="2152995"/>
              <a:chExt cx="5110686" cy="6852868"/>
            </a:xfrm>
          </p:grpSpPr>
          <p:grpSp>
            <p:nvGrpSpPr>
              <p:cNvPr id="516" name="Google Shape;516;p19"/>
              <p:cNvGrpSpPr/>
              <p:nvPr/>
            </p:nvGrpSpPr>
            <p:grpSpPr>
              <a:xfrm rot="10800000">
                <a:off x="8201743" y="2152995"/>
                <a:ext cx="681217" cy="3360485"/>
                <a:chOff x="1337800" y="-2525590"/>
                <a:chExt cx="1498167" cy="7390555"/>
              </a:xfrm>
            </p:grpSpPr>
            <p:cxnSp>
              <p:nvCxnSpPr>
                <p:cNvPr id="517" name="Google Shape;517;p19"/>
                <p:cNvCxnSpPr/>
                <p:nvPr/>
              </p:nvCxnSpPr>
              <p:spPr>
                <a:xfrm rot="10800000">
                  <a:off x="1337800" y="-2525590"/>
                  <a:ext cx="0" cy="58707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18" name="Google Shape;518;p19"/>
                <p:cNvCxnSpPr/>
                <p:nvPr/>
              </p:nvCxnSpPr>
              <p:spPr>
                <a:xfrm>
                  <a:off x="1337800" y="3347125"/>
                  <a:ext cx="1158600" cy="1141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519" name="Google Shape;519;p19"/>
                <p:cNvSpPr/>
                <p:nvPr/>
              </p:nvSpPr>
              <p:spPr>
                <a:xfrm rot="5400000">
                  <a:off x="2412855" y="4441854"/>
                  <a:ext cx="425397" cy="4208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accent2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520" name="Google Shape;520;p19"/>
              <p:cNvGrpSpPr/>
              <p:nvPr/>
            </p:nvGrpSpPr>
            <p:grpSpPr>
              <a:xfrm rot="5400000" flipH="1">
                <a:off x="1841424" y="6449892"/>
                <a:ext cx="4486819" cy="625122"/>
                <a:chOff x="-78438" y="4073905"/>
                <a:chExt cx="4486819" cy="625122"/>
              </a:xfrm>
            </p:grpSpPr>
            <p:cxnSp>
              <p:nvCxnSpPr>
                <p:cNvPr id="521" name="Google Shape;521;p19"/>
                <p:cNvCxnSpPr/>
                <p:nvPr/>
              </p:nvCxnSpPr>
              <p:spPr>
                <a:xfrm>
                  <a:off x="1857762" y="2762827"/>
                  <a:ext cx="0" cy="38724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22" name="Google Shape;522;p19"/>
                <p:cNvCxnSpPr/>
                <p:nvPr/>
              </p:nvCxnSpPr>
              <p:spPr>
                <a:xfrm rot="-5400000">
                  <a:off x="3788541" y="4241677"/>
                  <a:ext cx="464100" cy="4506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523" name="Google Shape;523;p19"/>
                <p:cNvSpPr/>
                <p:nvPr/>
              </p:nvSpPr>
              <p:spPr>
                <a:xfrm>
                  <a:off x="4214956" y="4073905"/>
                  <a:ext cx="193425" cy="191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524" name="Google Shape;524;p19"/>
            <p:cNvSpPr/>
            <p:nvPr/>
          </p:nvSpPr>
          <p:spPr>
            <a:xfrm rot="-5400000" flipH="1">
              <a:off x="229850" y="-2095662"/>
              <a:ext cx="1197198" cy="4338856"/>
            </a:xfrm>
            <a:custGeom>
              <a:avLst/>
              <a:gdLst/>
              <a:ahLst/>
              <a:cxnLst/>
              <a:rect l="l" t="t" r="r" b="b"/>
              <a:pathLst>
                <a:path w="18075" h="65507" extrusionOk="0">
                  <a:moveTo>
                    <a:pt x="0" y="65507"/>
                  </a:moveTo>
                  <a:lnTo>
                    <a:pt x="18075" y="47432"/>
                  </a:lnTo>
                  <a:lnTo>
                    <a:pt x="18075" y="0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525" name="Google Shape;525;p19"/>
            <p:cNvGrpSpPr/>
            <p:nvPr/>
          </p:nvGrpSpPr>
          <p:grpSpPr>
            <a:xfrm rot="-5400000">
              <a:off x="1113139" y="743908"/>
              <a:ext cx="493321" cy="357312"/>
              <a:chOff x="1722354" y="229144"/>
              <a:chExt cx="1748744" cy="1266614"/>
            </a:xfrm>
          </p:grpSpPr>
          <p:sp>
            <p:nvSpPr>
              <p:cNvPr id="526" name="Google Shape;526;p19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lt2"/>
              </a:solidFill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" name="Google Shape;527;p19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28" name="Google Shape;528;p19"/>
            <p:cNvGrpSpPr/>
            <p:nvPr/>
          </p:nvGrpSpPr>
          <p:grpSpPr>
            <a:xfrm rot="5400000">
              <a:off x="-1009100" y="-1561400"/>
              <a:ext cx="3859204" cy="615399"/>
              <a:chOff x="-6675" y="307100"/>
              <a:chExt cx="9140700" cy="4634025"/>
            </a:xfrm>
          </p:grpSpPr>
          <p:cxnSp>
            <p:nvCxnSpPr>
              <p:cNvPr id="529" name="Google Shape;529;p19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0" name="Google Shape;530;p19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1" name="Google Shape;531;p19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2" name="Google Shape;532;p19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3" name="Google Shape;533;p19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4" name="Google Shape;534;p19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5" name="Google Shape;535;p19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6" name="Google Shape;536;p19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7" name="Google Shape;537;p19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8" name="Google Shape;538;p19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0"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2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541" name="Google Shape;541;p20"/>
          <p:cNvGrpSpPr/>
          <p:nvPr/>
        </p:nvGrpSpPr>
        <p:grpSpPr>
          <a:xfrm>
            <a:off x="998300" y="1868336"/>
            <a:ext cx="7850818" cy="2922793"/>
            <a:chOff x="998300" y="1868336"/>
            <a:chExt cx="7850818" cy="2922793"/>
          </a:xfrm>
        </p:grpSpPr>
        <p:sp>
          <p:nvSpPr>
            <p:cNvPr id="542" name="Google Shape;542;p20"/>
            <p:cNvSpPr/>
            <p:nvPr/>
          </p:nvSpPr>
          <p:spPr>
            <a:xfrm rot="10800000">
              <a:off x="8809062" y="186833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20"/>
            <p:cNvSpPr/>
            <p:nvPr/>
          </p:nvSpPr>
          <p:spPr>
            <a:xfrm rot="5400000">
              <a:off x="1198712" y="4550661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4" name="Google Shape;544;p20"/>
          <p:cNvGrpSpPr/>
          <p:nvPr/>
        </p:nvGrpSpPr>
        <p:grpSpPr>
          <a:xfrm>
            <a:off x="1588038" y="2433589"/>
            <a:ext cx="7438817" cy="2528055"/>
            <a:chOff x="1588038" y="2433589"/>
            <a:chExt cx="7438817" cy="2528055"/>
          </a:xfrm>
        </p:grpSpPr>
        <p:grpSp>
          <p:nvGrpSpPr>
            <p:cNvPr id="545" name="Google Shape;545;p20"/>
            <p:cNvGrpSpPr/>
            <p:nvPr/>
          </p:nvGrpSpPr>
          <p:grpSpPr>
            <a:xfrm>
              <a:off x="8849114" y="2433589"/>
              <a:ext cx="177741" cy="1555069"/>
              <a:chOff x="8535452" y="862252"/>
              <a:chExt cx="177741" cy="1555069"/>
            </a:xfrm>
          </p:grpSpPr>
          <p:sp>
            <p:nvSpPr>
              <p:cNvPr id="546" name="Google Shape;546;p20"/>
              <p:cNvSpPr/>
              <p:nvPr/>
            </p:nvSpPr>
            <p:spPr>
              <a:xfrm rot="10800000">
                <a:off x="8670077" y="86225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" name="Google Shape;547;p20"/>
              <p:cNvSpPr/>
              <p:nvPr/>
            </p:nvSpPr>
            <p:spPr>
              <a:xfrm rot="10800000">
                <a:off x="8535452" y="1942327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48" name="Google Shape;548;p20"/>
            <p:cNvGrpSpPr/>
            <p:nvPr/>
          </p:nvGrpSpPr>
          <p:grpSpPr>
            <a:xfrm rot="5400000">
              <a:off x="1804739" y="4491002"/>
              <a:ext cx="253941" cy="687344"/>
              <a:chOff x="8459252" y="1335702"/>
              <a:chExt cx="253941" cy="687344"/>
            </a:xfrm>
          </p:grpSpPr>
          <p:sp>
            <p:nvSpPr>
              <p:cNvPr id="549" name="Google Shape;549;p20"/>
              <p:cNvSpPr/>
              <p:nvPr/>
            </p:nvSpPr>
            <p:spPr>
              <a:xfrm rot="10800000">
                <a:off x="8670077" y="154805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" name="Google Shape;550;p20"/>
              <p:cNvSpPr/>
              <p:nvPr/>
            </p:nvSpPr>
            <p:spPr>
              <a:xfrm rot="10800000">
                <a:off x="8459252" y="133570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51" name="Google Shape;551;p20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52" name="Google Shape;552;p20"/>
          <p:cNvGrpSpPr/>
          <p:nvPr/>
        </p:nvGrpSpPr>
        <p:grpSpPr>
          <a:xfrm>
            <a:off x="-1189524" y="-111325"/>
            <a:ext cx="10408499" cy="5362150"/>
            <a:chOff x="-1189524" y="-111325"/>
            <a:chExt cx="10408499" cy="5362150"/>
          </a:xfrm>
        </p:grpSpPr>
        <p:grpSp>
          <p:nvGrpSpPr>
            <p:cNvPr id="553" name="Google Shape;553;p20"/>
            <p:cNvGrpSpPr/>
            <p:nvPr/>
          </p:nvGrpSpPr>
          <p:grpSpPr>
            <a:xfrm>
              <a:off x="-1189524" y="-111325"/>
              <a:ext cx="10408499" cy="5362150"/>
              <a:chOff x="-1189524" y="-111325"/>
              <a:chExt cx="10408499" cy="5362150"/>
            </a:xfrm>
          </p:grpSpPr>
          <p:sp>
            <p:nvSpPr>
              <p:cNvPr id="554" name="Google Shape;554;p20"/>
              <p:cNvSpPr/>
              <p:nvPr/>
            </p:nvSpPr>
            <p:spPr>
              <a:xfrm>
                <a:off x="8138725" y="-111325"/>
                <a:ext cx="1080250" cy="3643550"/>
              </a:xfrm>
              <a:custGeom>
                <a:avLst/>
                <a:gdLst/>
                <a:ahLst/>
                <a:cxnLst/>
                <a:rect l="l" t="t" r="r" b="b"/>
                <a:pathLst>
                  <a:path w="43210" h="145742" extrusionOk="0">
                    <a:moveTo>
                      <a:pt x="43210" y="145742"/>
                    </a:moveTo>
                    <a:lnTo>
                      <a:pt x="19027" y="121559"/>
                    </a:lnTo>
                    <a:lnTo>
                      <a:pt x="19027" y="73316"/>
                    </a:lnTo>
                    <a:lnTo>
                      <a:pt x="29523" y="62820"/>
                    </a:lnTo>
                    <a:lnTo>
                      <a:pt x="29523" y="27405"/>
                    </a:lnTo>
                    <a:lnTo>
                      <a:pt x="2117" y="0"/>
                    </a:lnTo>
                    <a:lnTo>
                      <a:pt x="0" y="2117"/>
                    </a:ln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555" name="Google Shape;555;p20"/>
              <p:cNvSpPr/>
              <p:nvPr/>
            </p:nvSpPr>
            <p:spPr>
              <a:xfrm>
                <a:off x="340625" y="2654525"/>
                <a:ext cx="340625" cy="2596300"/>
              </a:xfrm>
              <a:custGeom>
                <a:avLst/>
                <a:gdLst/>
                <a:ahLst/>
                <a:cxnLst/>
                <a:rect l="l" t="t" r="r" b="b"/>
                <a:pathLst>
                  <a:path w="13625" h="103852" extrusionOk="0">
                    <a:moveTo>
                      <a:pt x="13625" y="103852"/>
                    </a:moveTo>
                    <a:lnTo>
                      <a:pt x="13625" y="82738"/>
                    </a:lnTo>
                    <a:lnTo>
                      <a:pt x="0" y="69112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grpSp>
            <p:nvGrpSpPr>
              <p:cNvPr id="556" name="Google Shape;556;p20"/>
              <p:cNvGrpSpPr/>
              <p:nvPr/>
            </p:nvGrpSpPr>
            <p:grpSpPr>
              <a:xfrm>
                <a:off x="-1189524" y="3454365"/>
                <a:ext cx="1530153" cy="273510"/>
                <a:chOff x="-6675" y="2881558"/>
                <a:chExt cx="9140700" cy="2059567"/>
              </a:xfrm>
            </p:grpSpPr>
            <p:cxnSp>
              <p:nvCxnSpPr>
                <p:cNvPr id="557" name="Google Shape;557;p20"/>
                <p:cNvCxnSpPr/>
                <p:nvPr/>
              </p:nvCxnSpPr>
              <p:spPr>
                <a:xfrm>
                  <a:off x="-6675" y="2881558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58" name="Google Shape;558;p20"/>
                <p:cNvCxnSpPr/>
                <p:nvPr/>
              </p:nvCxnSpPr>
              <p:spPr>
                <a:xfrm>
                  <a:off x="-6675" y="3396450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59" name="Google Shape;559;p20"/>
                <p:cNvCxnSpPr/>
                <p:nvPr/>
              </p:nvCxnSpPr>
              <p:spPr>
                <a:xfrm>
                  <a:off x="-6675" y="3911342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60" name="Google Shape;560;p20"/>
                <p:cNvCxnSpPr/>
                <p:nvPr/>
              </p:nvCxnSpPr>
              <p:spPr>
                <a:xfrm>
                  <a:off x="-6675" y="4426233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61" name="Google Shape;561;p20"/>
                <p:cNvCxnSpPr/>
                <p:nvPr/>
              </p:nvCxnSpPr>
              <p:spPr>
                <a:xfrm>
                  <a:off x="-6675" y="4941125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562" name="Google Shape;562;p20"/>
            <p:cNvGrpSpPr/>
            <p:nvPr/>
          </p:nvGrpSpPr>
          <p:grpSpPr>
            <a:xfrm rot="5400000">
              <a:off x="2331732" y="4765921"/>
              <a:ext cx="493321" cy="357312"/>
              <a:chOff x="1722354" y="229144"/>
              <a:chExt cx="1748744" cy="1266614"/>
            </a:xfrm>
          </p:grpSpPr>
          <p:sp>
            <p:nvSpPr>
              <p:cNvPr id="563" name="Google Shape;563;p20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" name="Google Shape;564;p20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0_1"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2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567" name="Google Shape;567;p21"/>
          <p:cNvGrpSpPr/>
          <p:nvPr/>
        </p:nvGrpSpPr>
        <p:grpSpPr>
          <a:xfrm>
            <a:off x="-116589" y="2639527"/>
            <a:ext cx="8996156" cy="1843388"/>
            <a:chOff x="-116589" y="2639527"/>
            <a:chExt cx="8996156" cy="1843388"/>
          </a:xfrm>
        </p:grpSpPr>
        <p:sp>
          <p:nvSpPr>
            <p:cNvPr id="568" name="Google Shape;568;p21"/>
            <p:cNvSpPr/>
            <p:nvPr/>
          </p:nvSpPr>
          <p:spPr>
            <a:xfrm rot="-5400000" flipH="1">
              <a:off x="399500" y="4223860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21"/>
            <p:cNvSpPr/>
            <p:nvPr/>
          </p:nvSpPr>
          <p:spPr>
            <a:xfrm rot="-5400000" flipH="1">
              <a:off x="99350" y="4050135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70" name="Google Shape;570;p21"/>
            <p:cNvGrpSpPr/>
            <p:nvPr/>
          </p:nvGrpSpPr>
          <p:grpSpPr>
            <a:xfrm rot="10800000" flipH="1">
              <a:off x="8672677" y="2639527"/>
              <a:ext cx="206891" cy="766144"/>
              <a:chOff x="8650702" y="3525402"/>
              <a:chExt cx="206891" cy="766144"/>
            </a:xfrm>
          </p:grpSpPr>
          <p:sp>
            <p:nvSpPr>
              <p:cNvPr id="571" name="Google Shape;571;p21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2" name="Google Shape;572;p21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73" name="Google Shape;573;p21"/>
          <p:cNvGrpSpPr/>
          <p:nvPr/>
        </p:nvGrpSpPr>
        <p:grpSpPr>
          <a:xfrm>
            <a:off x="2729174" y="3358511"/>
            <a:ext cx="6150396" cy="1485586"/>
            <a:chOff x="2729174" y="3358511"/>
            <a:chExt cx="6150396" cy="1485586"/>
          </a:xfrm>
        </p:grpSpPr>
        <p:sp>
          <p:nvSpPr>
            <p:cNvPr id="574" name="Google Shape;574;p21"/>
            <p:cNvSpPr/>
            <p:nvPr/>
          </p:nvSpPr>
          <p:spPr>
            <a:xfrm rot="5400000" flipH="1">
              <a:off x="2929586" y="4603629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21"/>
            <p:cNvSpPr/>
            <p:nvPr/>
          </p:nvSpPr>
          <p:spPr>
            <a:xfrm rot="10800000" flipH="1">
              <a:off x="8839514" y="3358511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6" name="Google Shape;576;p21"/>
          <p:cNvGrpSpPr/>
          <p:nvPr/>
        </p:nvGrpSpPr>
        <p:grpSpPr>
          <a:xfrm>
            <a:off x="-1381309" y="-1875175"/>
            <a:ext cx="10981145" cy="7138447"/>
            <a:chOff x="-1381309" y="-1875175"/>
            <a:chExt cx="10981145" cy="7138447"/>
          </a:xfrm>
        </p:grpSpPr>
        <p:sp>
          <p:nvSpPr>
            <p:cNvPr id="577" name="Google Shape;577;p21"/>
            <p:cNvSpPr/>
            <p:nvPr/>
          </p:nvSpPr>
          <p:spPr>
            <a:xfrm rot="10800000" flipH="1">
              <a:off x="-1381309" y="4693337"/>
              <a:ext cx="3801167" cy="569934"/>
            </a:xfrm>
            <a:custGeom>
              <a:avLst/>
              <a:gdLst/>
              <a:ahLst/>
              <a:cxnLst/>
              <a:rect l="l" t="t" r="r" b="b"/>
              <a:pathLst>
                <a:path w="130255" h="19530" extrusionOk="0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578" name="Google Shape;578;p21"/>
            <p:cNvGrpSpPr/>
            <p:nvPr/>
          </p:nvGrpSpPr>
          <p:grpSpPr>
            <a:xfrm>
              <a:off x="8229051" y="-1875175"/>
              <a:ext cx="1370785" cy="4060574"/>
              <a:chOff x="8229051" y="-1875175"/>
              <a:chExt cx="1370785" cy="4060574"/>
            </a:xfrm>
          </p:grpSpPr>
          <p:grpSp>
            <p:nvGrpSpPr>
              <p:cNvPr id="579" name="Google Shape;579;p21"/>
              <p:cNvGrpSpPr/>
              <p:nvPr/>
            </p:nvGrpSpPr>
            <p:grpSpPr>
              <a:xfrm>
                <a:off x="8229051" y="-1875175"/>
                <a:ext cx="914953" cy="4060574"/>
                <a:chOff x="8229051" y="-1875175"/>
                <a:chExt cx="914953" cy="4060574"/>
              </a:xfrm>
            </p:grpSpPr>
            <p:grpSp>
              <p:nvGrpSpPr>
                <p:cNvPr id="580" name="Google Shape;580;p21"/>
                <p:cNvGrpSpPr/>
                <p:nvPr/>
              </p:nvGrpSpPr>
              <p:grpSpPr>
                <a:xfrm rot="-5400000">
                  <a:off x="8480363" y="1760083"/>
                  <a:ext cx="493321" cy="357312"/>
                  <a:chOff x="1722354" y="229144"/>
                  <a:chExt cx="1748744" cy="1266614"/>
                </a:xfrm>
              </p:grpSpPr>
              <p:sp>
                <p:nvSpPr>
                  <p:cNvPr id="581" name="Google Shape;581;p21"/>
                  <p:cNvSpPr/>
                  <p:nvPr/>
                </p:nvSpPr>
                <p:spPr>
                  <a:xfrm rot="10800000">
                    <a:off x="2239107" y="792406"/>
                    <a:ext cx="1231990" cy="70335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64" h="2777" fill="none" extrusionOk="0">
                        <a:moveTo>
                          <a:pt x="4863" y="2776"/>
                        </a:moveTo>
                        <a:lnTo>
                          <a:pt x="2051" y="0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w="9525" cap="rnd" cmpd="sng">
                    <a:solidFill>
                      <a:schemeClr val="l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82" name="Google Shape;582;p21"/>
                  <p:cNvSpPr/>
                  <p:nvPr/>
                </p:nvSpPr>
                <p:spPr>
                  <a:xfrm rot="10800000">
                    <a:off x="1722354" y="229144"/>
                    <a:ext cx="627506" cy="62072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48" h="2719" fill="none" extrusionOk="0">
                        <a:moveTo>
                          <a:pt x="2748" y="1363"/>
                        </a:moveTo>
                        <a:cubicBezTo>
                          <a:pt x="2748" y="2117"/>
                          <a:pt x="2117" y="2718"/>
                          <a:pt x="1392" y="2718"/>
                        </a:cubicBezTo>
                        <a:cubicBezTo>
                          <a:pt x="638" y="2718"/>
                          <a:pt x="1" y="2117"/>
                          <a:pt x="1" y="1363"/>
                        </a:cubicBezTo>
                        <a:cubicBezTo>
                          <a:pt x="1" y="609"/>
                          <a:pt x="638" y="0"/>
                          <a:pt x="1392" y="0"/>
                        </a:cubicBezTo>
                        <a:cubicBezTo>
                          <a:pt x="2117" y="0"/>
                          <a:pt x="2748" y="609"/>
                          <a:pt x="2748" y="1363"/>
                        </a:cubicBezTo>
                        <a:close/>
                      </a:path>
                    </a:pathLst>
                  </a:custGeom>
                  <a:noFill/>
                  <a:ln w="9525" cap="flat" cmpd="sng">
                    <a:solidFill>
                      <a:schemeClr val="lt1"/>
                    </a:solidFill>
                    <a:prstDash val="solid"/>
                    <a:miter lim="724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583" name="Google Shape;583;p21"/>
                <p:cNvSpPr/>
                <p:nvPr/>
              </p:nvSpPr>
              <p:spPr>
                <a:xfrm>
                  <a:off x="8229051" y="-1875175"/>
                  <a:ext cx="914953" cy="37992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262" h="96592" extrusionOk="0">
                      <a:moveTo>
                        <a:pt x="0" y="0"/>
                      </a:moveTo>
                      <a:lnTo>
                        <a:pt x="18318" y="18318"/>
                      </a:lnTo>
                      <a:lnTo>
                        <a:pt x="18318" y="58471"/>
                      </a:lnTo>
                      <a:lnTo>
                        <a:pt x="10373" y="66417"/>
                      </a:lnTo>
                      <a:lnTo>
                        <a:pt x="10373" y="83703"/>
                      </a:lnTo>
                      <a:lnTo>
                        <a:pt x="23262" y="96592"/>
                      </a:lnTo>
                    </a:path>
                  </a:pathLst>
                </a:cu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584" name="Google Shape;584;p21"/>
              <p:cNvGrpSpPr/>
              <p:nvPr/>
            </p:nvGrpSpPr>
            <p:grpSpPr>
              <a:xfrm rot="10800000">
                <a:off x="8634578" y="861419"/>
                <a:ext cx="965258" cy="273510"/>
                <a:chOff x="-6675" y="2881558"/>
                <a:chExt cx="9140700" cy="2059567"/>
              </a:xfrm>
            </p:grpSpPr>
            <p:cxnSp>
              <p:nvCxnSpPr>
                <p:cNvPr id="585" name="Google Shape;585;p21"/>
                <p:cNvCxnSpPr/>
                <p:nvPr/>
              </p:nvCxnSpPr>
              <p:spPr>
                <a:xfrm>
                  <a:off x="-6675" y="2881558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86" name="Google Shape;586;p21"/>
                <p:cNvCxnSpPr/>
                <p:nvPr/>
              </p:nvCxnSpPr>
              <p:spPr>
                <a:xfrm>
                  <a:off x="-6675" y="3396450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87" name="Google Shape;587;p21"/>
                <p:cNvCxnSpPr/>
                <p:nvPr/>
              </p:nvCxnSpPr>
              <p:spPr>
                <a:xfrm>
                  <a:off x="-6675" y="3911342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88" name="Google Shape;588;p21"/>
                <p:cNvCxnSpPr/>
                <p:nvPr/>
              </p:nvCxnSpPr>
              <p:spPr>
                <a:xfrm>
                  <a:off x="-6675" y="4426233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89" name="Google Shape;589;p21"/>
                <p:cNvCxnSpPr/>
                <p:nvPr/>
              </p:nvCxnSpPr>
              <p:spPr>
                <a:xfrm>
                  <a:off x="-6675" y="4941125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</p:grpSp>
      <p:sp>
        <p:nvSpPr>
          <p:cNvPr id="590" name="Google Shape;590;p21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22"/>
          <p:cNvSpPr txBox="1">
            <a:spLocks noGrp="1"/>
          </p:cNvSpPr>
          <p:nvPr>
            <p:ph type="title"/>
          </p:nvPr>
        </p:nvSpPr>
        <p:spPr>
          <a:xfrm>
            <a:off x="1098475" y="834600"/>
            <a:ext cx="4448100" cy="97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93" name="Google Shape;593;p22"/>
          <p:cNvSpPr txBox="1">
            <a:spLocks noGrp="1"/>
          </p:cNvSpPr>
          <p:nvPr>
            <p:ph type="subTitle" idx="1"/>
          </p:nvPr>
        </p:nvSpPr>
        <p:spPr>
          <a:xfrm>
            <a:off x="1098425" y="1805100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94" name="Google Shape;594;p22"/>
          <p:cNvSpPr txBox="1"/>
          <p:nvPr/>
        </p:nvSpPr>
        <p:spPr>
          <a:xfrm>
            <a:off x="1098425" y="3459550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CREDITS:</a:t>
            </a:r>
            <a:r>
              <a:rPr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This presentation template was created by </a:t>
            </a:r>
            <a:r>
              <a:rPr lang="en" sz="1200" b="1" u="sng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, and includes icons by </a:t>
            </a:r>
            <a:r>
              <a:rPr lang="en" sz="1200" b="1" u="sng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, and infographics &amp; images by </a:t>
            </a:r>
            <a:r>
              <a:rPr lang="en" sz="1200" b="1" u="sng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 sz="1200" b="1" u="sng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595" name="Google Shape;595;p22"/>
          <p:cNvSpPr/>
          <p:nvPr/>
        </p:nvSpPr>
        <p:spPr>
          <a:xfrm rot="5400000">
            <a:off x="8249111" y="175373"/>
            <a:ext cx="40056" cy="440880"/>
          </a:xfrm>
          <a:custGeom>
            <a:avLst/>
            <a:gdLst/>
            <a:ahLst/>
            <a:cxnLst/>
            <a:rect l="l" t="t" r="r" b="b"/>
            <a:pathLst>
              <a:path w="1146" h="12620" extrusionOk="0">
                <a:moveTo>
                  <a:pt x="573" y="1"/>
                </a:moveTo>
                <a:cubicBezTo>
                  <a:pt x="240" y="1"/>
                  <a:pt x="1" y="240"/>
                  <a:pt x="1" y="573"/>
                </a:cubicBezTo>
                <a:lnTo>
                  <a:pt x="1" y="12046"/>
                </a:lnTo>
                <a:cubicBezTo>
                  <a:pt x="1" y="12351"/>
                  <a:pt x="240" y="12619"/>
                  <a:pt x="573" y="12619"/>
                </a:cubicBezTo>
                <a:cubicBezTo>
                  <a:pt x="878" y="12619"/>
                  <a:pt x="1146" y="12351"/>
                  <a:pt x="1146" y="12046"/>
                </a:cubicBezTo>
                <a:lnTo>
                  <a:pt x="1146" y="573"/>
                </a:lnTo>
                <a:cubicBezTo>
                  <a:pt x="1146" y="240"/>
                  <a:pt x="878" y="1"/>
                  <a:pt x="57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96" name="Google Shape;596;p22"/>
          <p:cNvGrpSpPr/>
          <p:nvPr/>
        </p:nvGrpSpPr>
        <p:grpSpPr>
          <a:xfrm>
            <a:off x="-563925" y="0"/>
            <a:ext cx="7843827" cy="1111343"/>
            <a:chOff x="-563925" y="0"/>
            <a:chExt cx="7843827" cy="1111343"/>
          </a:xfrm>
        </p:grpSpPr>
        <p:grpSp>
          <p:nvGrpSpPr>
            <p:cNvPr id="597" name="Google Shape;597;p22"/>
            <p:cNvGrpSpPr/>
            <p:nvPr/>
          </p:nvGrpSpPr>
          <p:grpSpPr>
            <a:xfrm rot="5400000">
              <a:off x="6576232" y="-80607"/>
              <a:ext cx="247278" cy="1160062"/>
              <a:chOff x="1463894" y="1434556"/>
              <a:chExt cx="247278" cy="1160062"/>
            </a:xfrm>
          </p:grpSpPr>
          <p:sp>
            <p:nvSpPr>
              <p:cNvPr id="598" name="Google Shape;598;p22"/>
              <p:cNvSpPr/>
              <p:nvPr/>
            </p:nvSpPr>
            <p:spPr>
              <a:xfrm>
                <a:off x="1463894" y="2119623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" name="Google Shape;599;p22"/>
              <p:cNvSpPr/>
              <p:nvPr/>
            </p:nvSpPr>
            <p:spPr>
              <a:xfrm rot="10800000">
                <a:off x="1636072" y="1434556"/>
                <a:ext cx="75100" cy="827502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00" name="Google Shape;600;p22"/>
            <p:cNvGrpSpPr/>
            <p:nvPr/>
          </p:nvGrpSpPr>
          <p:grpSpPr>
            <a:xfrm>
              <a:off x="-563925" y="0"/>
              <a:ext cx="1111343" cy="1111343"/>
              <a:chOff x="8307725" y="278700"/>
              <a:chExt cx="1111343" cy="1111343"/>
            </a:xfrm>
          </p:grpSpPr>
          <p:sp>
            <p:nvSpPr>
              <p:cNvPr id="601" name="Google Shape;601;p22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avLst/>
                <a:gdLst/>
                <a:ahLst/>
                <a:cxnLst/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" name="Google Shape;602;p22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avLst/>
                <a:gdLst/>
                <a:ahLst/>
                <a:cxnLst/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4" name="Google Shape;604;p23"/>
          <p:cNvGrpSpPr/>
          <p:nvPr/>
        </p:nvGrpSpPr>
        <p:grpSpPr>
          <a:xfrm>
            <a:off x="247028" y="2099252"/>
            <a:ext cx="8667366" cy="1707744"/>
            <a:chOff x="247028" y="2099252"/>
            <a:chExt cx="8667366" cy="1707744"/>
          </a:xfrm>
        </p:grpSpPr>
        <p:sp>
          <p:nvSpPr>
            <p:cNvPr id="605" name="Google Shape;605;p23"/>
            <p:cNvSpPr/>
            <p:nvPr/>
          </p:nvSpPr>
          <p:spPr>
            <a:xfrm rot="10800000" flipH="1">
              <a:off x="410803" y="2099252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23"/>
            <p:cNvSpPr/>
            <p:nvPr/>
          </p:nvSpPr>
          <p:spPr>
            <a:xfrm rot="10800000" flipH="1">
              <a:off x="247028" y="2390402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07" name="Google Shape;607;p23"/>
            <p:cNvGrpSpPr/>
            <p:nvPr/>
          </p:nvGrpSpPr>
          <p:grpSpPr>
            <a:xfrm flipH="1">
              <a:off x="8707503" y="3040852"/>
              <a:ext cx="206891" cy="766144"/>
              <a:chOff x="8650702" y="3525402"/>
              <a:chExt cx="206891" cy="766144"/>
            </a:xfrm>
          </p:grpSpPr>
          <p:sp>
            <p:nvSpPr>
              <p:cNvPr id="608" name="Google Shape;608;p23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Google Shape;609;p23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10" name="Google Shape;610;p23"/>
          <p:cNvGrpSpPr/>
          <p:nvPr/>
        </p:nvGrpSpPr>
        <p:grpSpPr>
          <a:xfrm>
            <a:off x="-796767" y="-1090158"/>
            <a:ext cx="11445399" cy="6549695"/>
            <a:chOff x="-796767" y="-1090158"/>
            <a:chExt cx="11445399" cy="6549695"/>
          </a:xfrm>
        </p:grpSpPr>
        <p:sp>
          <p:nvSpPr>
            <p:cNvPr id="611" name="Google Shape;611;p23"/>
            <p:cNvSpPr/>
            <p:nvPr/>
          </p:nvSpPr>
          <p:spPr>
            <a:xfrm rot="5400000" flipH="1">
              <a:off x="-365574" y="-1521350"/>
              <a:ext cx="1470082" cy="2332467"/>
            </a:xfrm>
            <a:custGeom>
              <a:avLst/>
              <a:gdLst/>
              <a:ahLst/>
              <a:cxnLst/>
              <a:rect l="l" t="t" r="r" b="b"/>
              <a:pathLst>
                <a:path w="83338" h="132226" extrusionOk="0">
                  <a:moveTo>
                    <a:pt x="0" y="0"/>
                  </a:moveTo>
                  <a:lnTo>
                    <a:pt x="0" y="30327"/>
                  </a:lnTo>
                  <a:lnTo>
                    <a:pt x="43914" y="74240"/>
                  </a:lnTo>
                  <a:lnTo>
                    <a:pt x="43914" y="105053"/>
                  </a:lnTo>
                  <a:lnTo>
                    <a:pt x="83338" y="127814"/>
                  </a:lnTo>
                  <a:lnTo>
                    <a:pt x="80791" y="132226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612" name="Google Shape;612;p23"/>
            <p:cNvGrpSpPr/>
            <p:nvPr/>
          </p:nvGrpSpPr>
          <p:grpSpPr>
            <a:xfrm rot="10800000">
              <a:off x="11" y="108546"/>
              <a:ext cx="493321" cy="357312"/>
              <a:chOff x="1722354" y="229144"/>
              <a:chExt cx="1748744" cy="1266614"/>
            </a:xfrm>
          </p:grpSpPr>
          <p:sp>
            <p:nvSpPr>
              <p:cNvPr id="613" name="Google Shape;613;p23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" name="Google Shape;614;p23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15" name="Google Shape;615;p23"/>
            <p:cNvSpPr/>
            <p:nvPr/>
          </p:nvSpPr>
          <p:spPr>
            <a:xfrm rot="-5400000" flipH="1">
              <a:off x="8788045" y="3598950"/>
              <a:ext cx="870400" cy="2850775"/>
            </a:xfrm>
            <a:custGeom>
              <a:avLst/>
              <a:gdLst/>
              <a:ahLst/>
              <a:cxnLst/>
              <a:rect l="l" t="t" r="r" b="b"/>
              <a:pathLst>
                <a:path w="34816" h="114031" extrusionOk="0">
                  <a:moveTo>
                    <a:pt x="18318" y="0"/>
                  </a:moveTo>
                  <a:lnTo>
                    <a:pt x="18318" y="9948"/>
                  </a:lnTo>
                  <a:lnTo>
                    <a:pt x="0" y="28265"/>
                  </a:lnTo>
                  <a:lnTo>
                    <a:pt x="0" y="48039"/>
                  </a:lnTo>
                  <a:lnTo>
                    <a:pt x="10736" y="58775"/>
                  </a:lnTo>
                  <a:lnTo>
                    <a:pt x="34816" y="58775"/>
                  </a:lnTo>
                  <a:lnTo>
                    <a:pt x="34816" y="114031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616" name="Google Shape;616;p23"/>
            <p:cNvGrpSpPr/>
            <p:nvPr/>
          </p:nvGrpSpPr>
          <p:grpSpPr>
            <a:xfrm rot="-5400000" flipH="1">
              <a:off x="8489086" y="4163846"/>
              <a:ext cx="493321" cy="357312"/>
              <a:chOff x="1722354" y="229144"/>
              <a:chExt cx="1748744" cy="1266614"/>
            </a:xfrm>
          </p:grpSpPr>
          <p:sp>
            <p:nvSpPr>
              <p:cNvPr id="617" name="Google Shape;617;p23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" name="Google Shape;618;p23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19" name="Google Shape;619;p23"/>
            <p:cNvGrpSpPr/>
            <p:nvPr/>
          </p:nvGrpSpPr>
          <p:grpSpPr>
            <a:xfrm rot="5400000" flipH="1">
              <a:off x="765337" y="-239460"/>
              <a:ext cx="965258" cy="273510"/>
              <a:chOff x="-6675" y="2881558"/>
              <a:chExt cx="9140700" cy="2059567"/>
            </a:xfrm>
          </p:grpSpPr>
          <p:cxnSp>
            <p:nvCxnSpPr>
              <p:cNvPr id="620" name="Google Shape;620;p23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1" name="Google Shape;621;p23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2" name="Google Shape;622;p23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3" name="Google Shape;623;p23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4" name="Google Shape;624;p23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625" name="Google Shape;625;p23"/>
          <p:cNvGrpSpPr/>
          <p:nvPr/>
        </p:nvGrpSpPr>
        <p:grpSpPr>
          <a:xfrm>
            <a:off x="248565" y="1658361"/>
            <a:ext cx="8665831" cy="946305"/>
            <a:chOff x="248565" y="1658361"/>
            <a:chExt cx="8665831" cy="946305"/>
          </a:xfrm>
        </p:grpSpPr>
        <p:sp>
          <p:nvSpPr>
            <p:cNvPr id="626" name="Google Shape;626;p23"/>
            <p:cNvSpPr/>
            <p:nvPr/>
          </p:nvSpPr>
          <p:spPr>
            <a:xfrm rot="10800000" flipH="1">
              <a:off x="248565" y="1658361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23"/>
            <p:cNvSpPr/>
            <p:nvPr/>
          </p:nvSpPr>
          <p:spPr>
            <a:xfrm flipH="1">
              <a:off x="8874340" y="216378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28" name="Google Shape;628;p23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0" name="Google Shape;630;p24"/>
          <p:cNvGrpSpPr/>
          <p:nvPr/>
        </p:nvGrpSpPr>
        <p:grpSpPr>
          <a:xfrm>
            <a:off x="248752" y="491529"/>
            <a:ext cx="8669349" cy="4596267"/>
            <a:chOff x="188277" y="445029"/>
            <a:chExt cx="8669349" cy="4596267"/>
          </a:xfrm>
        </p:grpSpPr>
        <p:sp>
          <p:nvSpPr>
            <p:cNvPr id="631" name="Google Shape;631;p24"/>
            <p:cNvSpPr/>
            <p:nvPr/>
          </p:nvSpPr>
          <p:spPr>
            <a:xfrm rot="10800000">
              <a:off x="8615635" y="684429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24"/>
            <p:cNvSpPr/>
            <p:nvPr/>
          </p:nvSpPr>
          <p:spPr>
            <a:xfrm rot="10800000">
              <a:off x="8814510" y="445029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33" name="Google Shape;633;p24"/>
            <p:cNvGrpSpPr/>
            <p:nvPr/>
          </p:nvGrpSpPr>
          <p:grpSpPr>
            <a:xfrm>
              <a:off x="188277" y="4275152"/>
              <a:ext cx="206891" cy="766144"/>
              <a:chOff x="8650702" y="3525402"/>
              <a:chExt cx="206891" cy="766144"/>
            </a:xfrm>
          </p:grpSpPr>
          <p:sp>
            <p:nvSpPr>
              <p:cNvPr id="634" name="Google Shape;634;p24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" name="Google Shape;635;p24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36" name="Google Shape;636;p24"/>
          <p:cNvGrpSpPr/>
          <p:nvPr/>
        </p:nvGrpSpPr>
        <p:grpSpPr>
          <a:xfrm>
            <a:off x="315625" y="1279781"/>
            <a:ext cx="8602485" cy="1562434"/>
            <a:chOff x="174750" y="1380581"/>
            <a:chExt cx="8602485" cy="1562434"/>
          </a:xfrm>
        </p:grpSpPr>
        <p:sp>
          <p:nvSpPr>
            <p:cNvPr id="637" name="Google Shape;637;p24"/>
            <p:cNvSpPr/>
            <p:nvPr/>
          </p:nvSpPr>
          <p:spPr>
            <a:xfrm rot="10800000">
              <a:off x="8737179" y="1380581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24"/>
            <p:cNvSpPr/>
            <p:nvPr/>
          </p:nvSpPr>
          <p:spPr>
            <a:xfrm rot="10800000">
              <a:off x="174750" y="250213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39" name="Google Shape;639;p24"/>
          <p:cNvGrpSpPr/>
          <p:nvPr/>
        </p:nvGrpSpPr>
        <p:grpSpPr>
          <a:xfrm>
            <a:off x="355673" y="-567309"/>
            <a:ext cx="8751502" cy="5946659"/>
            <a:chOff x="251623" y="-534009"/>
            <a:chExt cx="8751502" cy="5946659"/>
          </a:xfrm>
        </p:grpSpPr>
        <p:grpSp>
          <p:nvGrpSpPr>
            <p:cNvPr id="640" name="Google Shape;640;p24"/>
            <p:cNvGrpSpPr/>
            <p:nvPr/>
          </p:nvGrpSpPr>
          <p:grpSpPr>
            <a:xfrm rot="10800000">
              <a:off x="251623" y="3645746"/>
              <a:ext cx="493321" cy="357312"/>
              <a:chOff x="1722354" y="229144"/>
              <a:chExt cx="1748744" cy="1266614"/>
            </a:xfrm>
          </p:grpSpPr>
          <p:sp>
            <p:nvSpPr>
              <p:cNvPr id="641" name="Google Shape;641;p24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" name="Google Shape;642;p24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43" name="Google Shape;643;p24"/>
            <p:cNvGrpSpPr/>
            <p:nvPr/>
          </p:nvGrpSpPr>
          <p:grpSpPr>
            <a:xfrm rot="5400000" flipH="1">
              <a:off x="7247712" y="-188135"/>
              <a:ext cx="965258" cy="273510"/>
              <a:chOff x="-6675" y="2881558"/>
              <a:chExt cx="9140700" cy="2059567"/>
            </a:xfrm>
          </p:grpSpPr>
          <p:cxnSp>
            <p:nvCxnSpPr>
              <p:cNvPr id="644" name="Google Shape;644;p24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5" name="Google Shape;645;p24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6" name="Google Shape;646;p24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7" name="Google Shape;647;p24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8" name="Google Shape;648;p24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649" name="Google Shape;649;p24"/>
            <p:cNvSpPr/>
            <p:nvPr/>
          </p:nvSpPr>
          <p:spPr>
            <a:xfrm>
              <a:off x="5746750" y="-57000"/>
              <a:ext cx="3256375" cy="488250"/>
            </a:xfrm>
            <a:custGeom>
              <a:avLst/>
              <a:gdLst/>
              <a:ahLst/>
              <a:cxnLst/>
              <a:rect l="l" t="t" r="r" b="b"/>
              <a:pathLst>
                <a:path w="130255" h="19530" extrusionOk="0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50" name="Google Shape;650;p24"/>
            <p:cNvSpPr/>
            <p:nvPr/>
          </p:nvSpPr>
          <p:spPr>
            <a:xfrm>
              <a:off x="260200" y="3089575"/>
              <a:ext cx="476150" cy="2323075"/>
            </a:xfrm>
            <a:custGeom>
              <a:avLst/>
              <a:gdLst/>
              <a:ahLst/>
              <a:cxnLst/>
              <a:rect l="l" t="t" r="r" b="b"/>
              <a:pathLst>
                <a:path w="19046" h="92923" extrusionOk="0">
                  <a:moveTo>
                    <a:pt x="0" y="0"/>
                  </a:moveTo>
                  <a:lnTo>
                    <a:pt x="0" y="36635"/>
                  </a:lnTo>
                  <a:lnTo>
                    <a:pt x="19046" y="55681"/>
                  </a:lnTo>
                  <a:lnTo>
                    <a:pt x="19046" y="92923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651" name="Google Shape;651;p24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aleway Black"/>
              <a:buNone/>
              <a:defRPr sz="2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●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○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■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●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○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■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●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○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■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docs.google.com/spreadsheets/d/1kzDdCUJhF5jRAMppPV42AWyWWGjeS6UnPmm8dyOKRBM/copy" TargetMode="External"/><Relationship Id="rId4" Type="http://schemas.openxmlformats.org/officeDocument/2006/relationships/image" Target="../media/image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www.freepik.com/free-vector/artificial-intelligence-concept-twitter-header_42089917.htm/?utm_source=slidesgo_template&amp;utm_medium=referral-link&amp;utm_campaign=sg_resources&amp;utm_content=freepik" TargetMode="External"/><Relationship Id="rId4" Type="http://schemas.openxmlformats.org/officeDocument/2006/relationships/hyperlink" Target="https://www.freepik.com/free-vector/artificial-intelligence-concept-youtube-thumbnail_42089932.htm/?utm_source=slidesgo_template&amp;utm_medium=referral-link&amp;utm_campaign=sg_resources&amp;utm_content=freepik" TargetMode="External"/><Relationship Id="rId5" Type="http://schemas.openxmlformats.org/officeDocument/2006/relationships/hyperlink" Target="https://www.freepik.com/free-photo/woman-wearing-virtual-reality-simulator_13327676.htm/?utm_source=slidesgo_template&amp;utm_medium=referral-link&amp;utm_campaign=sg_resources&amp;utm_content=freepik" TargetMode="External"/><Relationship Id="rId6" Type="http://schemas.openxmlformats.org/officeDocument/2006/relationships/hyperlink" Target="https://www.freepik.com/free-photo/medium-shot-woman-holding-smartphone_23494060.htm/?utm_source=slidesgo_template&amp;utm_medium=referral-link&amp;utm_campaign=sg_resources&amp;utm_content=freepik" TargetMode="External"/><Relationship Id="rId7" Type="http://schemas.openxmlformats.org/officeDocument/2006/relationships/hyperlink" Target="https://www.flaticon.com/packs/innovation-11?word=tech/?utm_source=slidesgo_template&amp;utm_medium=referral-link&amp;utm_campaign=sg_resources&amp;utm_content=flaticon" TargetMode="Externa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25"/>
          <p:cNvSpPr txBox="1">
            <a:spLocks noGrp="1"/>
          </p:cNvSpPr>
          <p:nvPr>
            <p:ph type="ctrTitle"/>
          </p:nvPr>
        </p:nvSpPr>
        <p:spPr>
          <a:xfrm>
            <a:off x="924150" y="1968579"/>
            <a:ext cx="4384800" cy="69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7" name="Google Shape;657;p25"/>
          <p:cNvSpPr/>
          <p:nvPr/>
        </p:nvSpPr>
        <p:spPr>
          <a:xfrm rot="-5400000">
            <a:off x="419500" y="2161619"/>
            <a:ext cx="357300" cy="309016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58" name="Google Shape;658;p25"/>
          <p:cNvGrpSpPr/>
          <p:nvPr/>
        </p:nvGrpSpPr>
        <p:grpSpPr>
          <a:xfrm rot="10800000" flipH="1">
            <a:off x="-1034983" y="213757"/>
            <a:ext cx="4791669" cy="923822"/>
            <a:chOff x="-78438" y="3775205"/>
            <a:chExt cx="4791669" cy="923822"/>
          </a:xfrm>
        </p:grpSpPr>
        <p:cxnSp>
          <p:nvCxnSpPr>
            <p:cNvPr id="659" name="Google Shape;659;p25"/>
            <p:cNvCxnSpPr/>
            <p:nvPr/>
          </p:nvCxnSpPr>
          <p:spPr>
            <a:xfrm>
              <a:off x="1857762" y="2762827"/>
              <a:ext cx="0" cy="3872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60" name="Google Shape;660;p25"/>
            <p:cNvCxnSpPr/>
            <p:nvPr/>
          </p:nvCxnSpPr>
          <p:spPr>
            <a:xfrm rot="-5400000">
              <a:off x="3789591" y="3940627"/>
              <a:ext cx="764100" cy="7527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61" name="Google Shape;661;p25"/>
            <p:cNvSpPr/>
            <p:nvPr/>
          </p:nvSpPr>
          <p:spPr>
            <a:xfrm>
              <a:off x="4519806" y="3775205"/>
              <a:ext cx="193425" cy="191350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2" name="Google Shape;662;p25"/>
          <p:cNvSpPr txBox="1"/>
          <p:nvPr/>
        </p:nvSpPr>
        <p:spPr>
          <a:xfrm>
            <a:off x="383654" y="4665660"/>
            <a:ext cx="5765700" cy="2595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89">
                <a:solidFill>
                  <a:srgbClr val="FFFFFF"/>
                </a:solidFill>
                <a:highlight>
                  <a:schemeClr val="dk2"/>
                </a:highlight>
                <a:latin typeface="IBM Plex Sans"/>
                <a:ea typeface="IBM Plex Sans"/>
                <a:cs typeface="IBM Plex Sans"/>
                <a:sym typeface="IBM Plex Sans"/>
              </a:rPr>
              <a:t>Qiskit Fall Fest 2026 at University of Engineering &amp; Technology Lahore,Narowal Campus</a:t>
            </a:r>
            <a:endParaRPr sz="1089">
              <a:solidFill>
                <a:srgbClr val="FFFFFF"/>
              </a:solidFill>
              <a:highlight>
                <a:schemeClr val="dk2"/>
              </a:highlight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663" name="Google Shape;663;p25"/>
          <p:cNvGrpSpPr/>
          <p:nvPr/>
        </p:nvGrpSpPr>
        <p:grpSpPr>
          <a:xfrm>
            <a:off x="336195" y="4628734"/>
            <a:ext cx="5497730" cy="357310"/>
            <a:chOff x="0" y="-28575"/>
            <a:chExt cx="2228418" cy="222637"/>
          </a:xfrm>
        </p:grpSpPr>
        <p:sp>
          <p:nvSpPr>
            <p:cNvPr id="664" name="Google Shape;664;p25"/>
            <p:cNvSpPr/>
            <p:nvPr/>
          </p:nvSpPr>
          <p:spPr>
            <a:xfrm>
              <a:off x="0" y="0"/>
              <a:ext cx="2228418" cy="194062"/>
            </a:xfrm>
            <a:custGeom>
              <a:avLst/>
              <a:gdLst/>
              <a:ahLst/>
              <a:cxnLst/>
              <a:rect l="l" t="t" r="r" b="b"/>
              <a:pathLst>
                <a:path w="2228418" h="194062" extrusionOk="0">
                  <a:moveTo>
                    <a:pt x="0" y="0"/>
                  </a:moveTo>
                  <a:lnTo>
                    <a:pt x="2228418" y="0"/>
                  </a:lnTo>
                  <a:lnTo>
                    <a:pt x="2228418" y="194062"/>
                  </a:lnTo>
                  <a:lnTo>
                    <a:pt x="0" y="194062"/>
                  </a:lnTo>
                  <a:close/>
                </a:path>
              </a:pathLst>
            </a:custGeom>
            <a:gradFill>
              <a:gsLst>
                <a:gs pos="0">
                  <a:srgbClr val="3C0658">
                    <a:alpha val="34902"/>
                  </a:srgbClr>
                </a:gs>
                <a:gs pos="33330">
                  <a:srgbClr val="3C0658">
                    <a:alpha val="34902"/>
                  </a:srgbClr>
                </a:gs>
                <a:gs pos="66670">
                  <a:srgbClr val="3C0658">
                    <a:alpha val="34902"/>
                  </a:srgbClr>
                </a:gs>
                <a:gs pos="100000">
                  <a:srgbClr val="01FAFA">
                    <a:alpha val="34902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/>
            <a:p/>
          </p:txBody>
        </p:sp>
        <p:sp>
          <p:nvSpPr>
            <p:cNvPr id="665" name="Google Shape;665;p25"/>
            <p:cNvSpPr txBox="1"/>
            <p:nvPr/>
          </p:nvSpPr>
          <p:spPr>
            <a:xfrm>
              <a:off x="0" y="-28575"/>
              <a:ext cx="2228400" cy="22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1475" tIns="21475" rIns="21475" bIns="21475" anchor="ctr" anchorCtr="0">
              <a:noAutofit/>
            </a:bodyPr>
            <a:lstStyle/>
            <a:p>
              <a:pPr marL="0" marR="0" lvl="0" indent="0" algn="ctr" rtl="0">
                <a:lnSpc>
                  <a:spcPct val="124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761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666" name="Google Shape;66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5536" y="615433"/>
            <a:ext cx="695225" cy="695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7" name="Google Shape;667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0173" y="327721"/>
            <a:ext cx="3306552" cy="1270629"/>
          </a:xfrm>
          <a:prstGeom prst="rect">
            <a:avLst/>
          </a:prstGeom>
          <a:noFill/>
          <a:ln>
            <a:noFill/>
          </a:ln>
        </p:spPr>
      </p:pic>
      <p:pic>
        <p:nvPicPr>
          <p:cNvPr id="668" name="Google Shape;668;p2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03974" y="1502137"/>
            <a:ext cx="2374900" cy="2374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9" name="Google Shape;669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0173" y="327721"/>
            <a:ext cx="3306552" cy="1270629"/>
          </a:xfrm>
          <a:prstGeom prst="rect">
            <a:avLst/>
          </a:prstGeom>
          <a:noFill/>
          <a:ln>
            <a:noFill/>
          </a:ln>
        </p:spPr>
      </p:pic>
      <p:pic>
        <p:nvPicPr>
          <p:cNvPr id="670" name="Google Shape;670;p2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03974" y="1502137"/>
            <a:ext cx="2374900" cy="2374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1" name="Google Shape;671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69944" y="2671471"/>
            <a:ext cx="700544" cy="24791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2" name="Google Shape;672;p25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692797" y="2677240"/>
            <a:ext cx="571451" cy="24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3" name="Google Shape;673;p2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813825" y="2677228"/>
            <a:ext cx="835617" cy="24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4" name="Google Shape;674;p25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692797" y="2677240"/>
            <a:ext cx="571451" cy="24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5" name="Google Shape;675;p2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813825" y="2677228"/>
            <a:ext cx="835617" cy="247925"/>
          </a:xfrm>
          <a:prstGeom prst="rect">
            <a:avLst/>
          </a:prstGeom>
          <a:noFill/>
          <a:ln>
            <a:noFill/>
          </a:ln>
        </p:spPr>
      </p:pic>
      <p:sp>
        <p:nvSpPr>
          <p:cNvPr id="676" name="Google Shape;676;p25"/>
          <p:cNvSpPr txBox="1">
            <a:spLocks noGrp="1"/>
          </p:cNvSpPr>
          <p:nvPr>
            <p:ph type="ctrTitle"/>
          </p:nvPr>
        </p:nvSpPr>
        <p:spPr>
          <a:xfrm>
            <a:off x="987654" y="3202812"/>
            <a:ext cx="4384800" cy="92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</a:endParaRPr>
          </a:p>
        </p:txBody>
      </p:sp>
      <p:sp>
        <p:nvSpPr>
          <p:cNvPr id="677" name="TextBox 676"/>
          <p:cNvSpPr txBox="1"/>
          <p:nvPr/>
        </p:nvSpPr>
        <p:spPr>
          <a:xfrm>
            <a:off x="868680" y="1554480"/>
            <a:ext cx="5394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0">
                <a:solidFill>
                  <a:srgbClr val="FFFFFF"/>
                </a:solidFill>
                <a:latin typeface="Raleway"/>
              </a:rPr>
              <a:t>Qiskit Patterns</a:t>
            </a:r>
          </a:p>
        </p:txBody>
      </p:sp>
      <p:sp>
        <p:nvSpPr>
          <p:cNvPr id="678" name="TextBox 677"/>
          <p:cNvSpPr txBox="1"/>
          <p:nvPr/>
        </p:nvSpPr>
        <p:spPr>
          <a:xfrm>
            <a:off x="896112" y="2200000"/>
            <a:ext cx="5669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Hanken Grotesk"/>
              </a:rPr>
              <a:t>Map · Optimize · Execute · Post-process</a:t>
            </a:r>
          </a:p>
        </p:txBody>
      </p:sp>
      <p:sp>
        <p:nvSpPr>
          <p:cNvPr id="679" name="TextBox 678"/>
          <p:cNvSpPr txBox="1"/>
          <p:nvPr/>
        </p:nvSpPr>
        <p:spPr>
          <a:xfrm>
            <a:off x="914400" y="3154680"/>
            <a:ext cx="420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DCE6"/>
                </a:solidFill>
                <a:latin typeface="Raleway"/>
              </a:rPr>
              <a:t>IBM Quantum School</a:t>
            </a:r>
          </a:p>
        </p:txBody>
      </p:sp>
      <p:sp>
        <p:nvSpPr>
          <p:cNvPr id="680" name="TextBox 679"/>
          <p:cNvSpPr txBox="1"/>
          <p:nvPr/>
        </p:nvSpPr>
        <p:spPr>
          <a:xfrm>
            <a:off x="914400" y="361188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Hanken Grotesk"/>
              </a:rPr>
              <a:t>Saad Ejaz  •  Guest Speaker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26"/>
          <p:cNvSpPr txBox="1">
            <a:spLocks noGrp="1"/>
          </p:cNvSpPr>
          <p:nvPr>
            <p:ph type="title"/>
          </p:nvPr>
        </p:nvSpPr>
        <p:spPr>
          <a:xfrm>
            <a:off x="720000" y="99938"/>
            <a:ext cx="7704000" cy="122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endParaRPr sz="3000" dirty="0"/>
          </a:p>
        </p:txBody>
      </p:sp>
      <p:pic>
        <p:nvPicPr>
          <p:cNvPr id="682" name="Google Shape;682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80949" y="498925"/>
            <a:ext cx="943050" cy="943050"/>
          </a:xfrm>
          <a:prstGeom prst="rect">
            <a:avLst/>
          </a:prstGeom>
          <a:noFill/>
          <a:ln>
            <a:noFill/>
          </a:ln>
        </p:spPr>
      </p:pic>
      <p:sp>
        <p:nvSpPr>
          <p:cNvPr id="683" name="Google Shape;683;p26"/>
          <p:cNvSpPr txBox="1">
            <a:spLocks noGrp="1"/>
          </p:cNvSpPr>
          <p:nvPr>
            <p:ph type="title" idx="4294967295"/>
          </p:nvPr>
        </p:nvSpPr>
        <p:spPr>
          <a:xfrm>
            <a:off x="8424002" y="4559803"/>
            <a:ext cx="525000" cy="3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srgbClr val="FFFFFF"/>
                </a:solidFill>
                <a:latin typeface="Raleway"/>
              </a:rPr>
              <a:t>01</a:t>
            </a:r>
          </a:p>
        </p:txBody>
      </p:sp>
      <p:sp>
        <p:nvSpPr>
          <p:cNvPr id="684" name="Google Shape;684;p26"/>
          <p:cNvSpPr txBox="1"/>
          <p:nvPr/>
        </p:nvSpPr>
        <p:spPr>
          <a:xfrm>
            <a:off x="934263" y="1441975"/>
            <a:ext cx="3000000" cy="2252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aleway"/>
              <a:buChar char="●"/>
            </a:pPr>
            <a:endParaRPr b="1" dirty="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685" name="Google Shape;685;p26"/>
          <p:cNvSpPr txBox="1"/>
          <p:nvPr/>
        </p:nvSpPr>
        <p:spPr>
          <a:xfrm>
            <a:off x="383654" y="4665660"/>
            <a:ext cx="5765700" cy="2595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89">
                <a:solidFill>
                  <a:srgbClr val="FFFFFF"/>
                </a:solidFill>
                <a:highlight>
                  <a:schemeClr val="dk2"/>
                </a:highlight>
                <a:latin typeface="IBM Plex Sans"/>
                <a:ea typeface="IBM Plex Sans"/>
                <a:cs typeface="IBM Plex Sans"/>
                <a:sym typeface="IBM Plex Sans"/>
              </a:rPr>
              <a:t>Qiskit Fall Fest 2026 at University of Engineering &amp; Technology Lahore,Narowal Campus</a:t>
            </a:r>
            <a:endParaRPr sz="1089">
              <a:solidFill>
                <a:srgbClr val="FFFFFF"/>
              </a:solidFill>
              <a:highlight>
                <a:schemeClr val="dk2"/>
              </a:highlight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686" name="Google Shape;686;p26"/>
          <p:cNvGrpSpPr/>
          <p:nvPr/>
        </p:nvGrpSpPr>
        <p:grpSpPr>
          <a:xfrm>
            <a:off x="336195" y="4628734"/>
            <a:ext cx="5497730" cy="357310"/>
            <a:chOff x="0" y="-28575"/>
            <a:chExt cx="2228418" cy="222637"/>
          </a:xfrm>
        </p:grpSpPr>
        <p:sp>
          <p:nvSpPr>
            <p:cNvPr id="687" name="Google Shape;687;p26"/>
            <p:cNvSpPr/>
            <p:nvPr/>
          </p:nvSpPr>
          <p:spPr>
            <a:xfrm>
              <a:off x="0" y="0"/>
              <a:ext cx="2228418" cy="194062"/>
            </a:xfrm>
            <a:custGeom>
              <a:avLst/>
              <a:gdLst/>
              <a:ahLst/>
              <a:cxnLst/>
              <a:rect l="l" t="t" r="r" b="b"/>
              <a:pathLst>
                <a:path w="2228418" h="194062" extrusionOk="0">
                  <a:moveTo>
                    <a:pt x="0" y="0"/>
                  </a:moveTo>
                  <a:lnTo>
                    <a:pt x="2228418" y="0"/>
                  </a:lnTo>
                  <a:lnTo>
                    <a:pt x="2228418" y="194062"/>
                  </a:lnTo>
                  <a:lnTo>
                    <a:pt x="0" y="194062"/>
                  </a:lnTo>
                  <a:close/>
                </a:path>
              </a:pathLst>
            </a:custGeom>
            <a:gradFill>
              <a:gsLst>
                <a:gs pos="0">
                  <a:srgbClr val="3C0658">
                    <a:alpha val="34902"/>
                  </a:srgbClr>
                </a:gs>
                <a:gs pos="33330">
                  <a:srgbClr val="3C0658">
                    <a:alpha val="34902"/>
                  </a:srgbClr>
                </a:gs>
                <a:gs pos="66670">
                  <a:srgbClr val="3C0658">
                    <a:alpha val="34902"/>
                  </a:srgbClr>
                </a:gs>
                <a:gs pos="100000">
                  <a:srgbClr val="01FAFA">
                    <a:alpha val="34902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/>
            <a:p/>
          </p:txBody>
        </p:sp>
        <p:sp>
          <p:nvSpPr>
            <p:cNvPr id="688" name="Google Shape;688;p26"/>
            <p:cNvSpPr txBox="1"/>
            <p:nvPr/>
          </p:nvSpPr>
          <p:spPr>
            <a:xfrm>
              <a:off x="0" y="-28575"/>
              <a:ext cx="2228400" cy="22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1475" tIns="21475" rIns="21475" bIns="21475" anchor="ctr" anchorCtr="0">
              <a:noAutofit/>
            </a:bodyPr>
            <a:lstStyle/>
            <a:p>
              <a:pPr marL="0" marR="0" lvl="0" indent="0" algn="ctr" rtl="0">
                <a:lnSpc>
                  <a:spcPct val="124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761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89" name="TextBox 688"/>
          <p:cNvSpPr txBox="1"/>
          <p:nvPr/>
        </p:nvSpPr>
        <p:spPr>
          <a:xfrm>
            <a:off x="658368" y="384048"/>
            <a:ext cx="8503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Raleway"/>
              </a:rPr>
              <a:t>SPEAKER INTRODUCTION</a:t>
            </a:r>
          </a:p>
        </p:txBody>
      </p:sp>
      <p:sp>
        <p:nvSpPr>
          <p:cNvPr id="690" name="TextBox 689"/>
          <p:cNvSpPr txBox="1"/>
          <p:nvPr/>
        </p:nvSpPr>
        <p:spPr>
          <a:xfrm>
            <a:off x="914400" y="141732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Hanken Grotesk"/>
              </a:rPr>
              <a:t>Saad Ejaz</a:t>
            </a:r>
          </a:p>
        </p:txBody>
      </p:sp>
      <p:sp>
        <p:nvSpPr>
          <p:cNvPr id="691" name="TextBox 690"/>
          <p:cNvSpPr txBox="1"/>
          <p:nvPr/>
        </p:nvSpPr>
        <p:spPr>
          <a:xfrm>
            <a:off x="914400" y="19659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DCE6"/>
                </a:solidFill>
                <a:latin typeface="Raleway"/>
              </a:rPr>
              <a:t>Guest Speaker</a:t>
            </a:r>
          </a:p>
        </p:txBody>
      </p:sp>
      <p:sp>
        <p:nvSpPr>
          <p:cNvPr id="692" name="TextBox 691"/>
          <p:cNvSpPr txBox="1"/>
          <p:nvPr/>
        </p:nvSpPr>
        <p:spPr>
          <a:xfrm>
            <a:off x="914400" y="260604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Hanken Grotesk"/>
              </a:rPr>
              <a:t>Computer Engineering student and IBM Quantum School tutor, introducing Qiskit patterns as a four-step workflow from problem to result.</a:t>
            </a:r>
          </a:p>
        </p:txBody>
      </p:sp>
      <p:sp>
        <p:nvSpPr>
          <p:cNvPr id="693" name="TextBox 692"/>
          <p:cNvSpPr txBox="1"/>
          <p:nvPr/>
        </p:nvSpPr>
        <p:spPr>
          <a:xfrm>
            <a:off x="914400" y="39500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DCE6"/>
                </a:solidFill>
                <a:latin typeface="Raleway"/>
              </a:rPr>
              <a:t>IBM Quantum School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27"/>
          <p:cNvSpPr txBox="1">
            <a:spLocks noGrp="1"/>
          </p:cNvSpPr>
          <p:nvPr>
            <p:ph type="subTitle" idx="8"/>
          </p:nvPr>
        </p:nvSpPr>
        <p:spPr>
          <a:xfrm>
            <a:off x="4010952" y="1769025"/>
            <a:ext cx="35973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200"/>
              </a:spcAft>
              <a:buNone/>
            </a:pPr>
            <a:endParaRPr/>
          </a:p>
        </p:txBody>
      </p:sp>
      <p:sp>
        <p:nvSpPr>
          <p:cNvPr id="694" name="Google Shape;694;p2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1" name="Google Shape;701;p27"/>
          <p:cNvSpPr txBox="1">
            <a:spLocks noGrp="1"/>
          </p:cNvSpPr>
          <p:nvPr>
            <p:ph type="subTitle" idx="1"/>
          </p:nvPr>
        </p:nvSpPr>
        <p:spPr>
          <a:xfrm>
            <a:off x="4010944" y="1201329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2" name="Google Shape;702;p27"/>
          <p:cNvSpPr txBox="1">
            <a:spLocks noGrp="1"/>
          </p:cNvSpPr>
          <p:nvPr>
            <p:ph type="subTitle" idx="9"/>
          </p:nvPr>
        </p:nvSpPr>
        <p:spPr>
          <a:xfrm>
            <a:off x="4010952" y="2336725"/>
            <a:ext cx="33855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200"/>
              </a:spcAft>
              <a:buNone/>
            </a:pPr>
            <a:endParaRPr/>
          </a:p>
        </p:txBody>
      </p:sp>
      <p:sp>
        <p:nvSpPr>
          <p:cNvPr id="703" name="Google Shape;703;p27"/>
          <p:cNvSpPr txBox="1">
            <a:spLocks noGrp="1"/>
          </p:cNvSpPr>
          <p:nvPr>
            <p:ph type="subTitle" idx="13"/>
          </p:nvPr>
        </p:nvSpPr>
        <p:spPr>
          <a:xfrm>
            <a:off x="4010950" y="2904425"/>
            <a:ext cx="37209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4" name="Google Shape;704;p27"/>
          <p:cNvSpPr txBox="1">
            <a:spLocks noGrp="1"/>
          </p:cNvSpPr>
          <p:nvPr>
            <p:ph type="subTitle" idx="14"/>
          </p:nvPr>
        </p:nvSpPr>
        <p:spPr>
          <a:xfrm>
            <a:off x="4010941" y="3472126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5" name="Google Shape;705;p27"/>
          <p:cNvSpPr txBox="1">
            <a:spLocks noGrp="1"/>
          </p:cNvSpPr>
          <p:nvPr>
            <p:ph type="subTitle" idx="15"/>
          </p:nvPr>
        </p:nvSpPr>
        <p:spPr>
          <a:xfrm>
            <a:off x="4010949" y="4039825"/>
            <a:ext cx="49380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06" name="Google Shape;706;p27"/>
          <p:cNvGrpSpPr/>
          <p:nvPr/>
        </p:nvGrpSpPr>
        <p:grpSpPr>
          <a:xfrm>
            <a:off x="1339397" y="1762071"/>
            <a:ext cx="983645" cy="2854839"/>
            <a:chOff x="472500" y="1762000"/>
            <a:chExt cx="1193310" cy="3463350"/>
          </a:xfrm>
        </p:grpSpPr>
        <p:grpSp>
          <p:nvGrpSpPr>
            <p:cNvPr id="707" name="Google Shape;707;p27"/>
            <p:cNvGrpSpPr/>
            <p:nvPr/>
          </p:nvGrpSpPr>
          <p:grpSpPr>
            <a:xfrm rot="10800000">
              <a:off x="1172489" y="4265721"/>
              <a:ext cx="493321" cy="357312"/>
              <a:chOff x="1722354" y="229144"/>
              <a:chExt cx="1748744" cy="1266614"/>
            </a:xfrm>
          </p:grpSpPr>
          <p:sp>
            <p:nvSpPr>
              <p:cNvPr id="708" name="Google Shape;708;p27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lt2"/>
              </a:solidFill>
              <a:ln w="7850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75350" tIns="75350" rIns="75350" bIns="753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54"/>
              </a:p>
            </p:txBody>
          </p:sp>
          <p:sp>
            <p:nvSpPr>
              <p:cNvPr id="709" name="Google Shape;709;p27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7850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75350" tIns="75350" rIns="75350" bIns="753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10" name="Google Shape;710;p27"/>
            <p:cNvSpPr/>
            <p:nvPr/>
          </p:nvSpPr>
          <p:spPr>
            <a:xfrm>
              <a:off x="472500" y="1762000"/>
              <a:ext cx="700000" cy="3463350"/>
            </a:xfrm>
            <a:custGeom>
              <a:avLst/>
              <a:gdLst/>
              <a:ahLst/>
              <a:cxnLst/>
              <a:rect l="l" t="t" r="r" b="b"/>
              <a:pathLst>
                <a:path w="28000" h="138534" extrusionOk="0">
                  <a:moveTo>
                    <a:pt x="0" y="0"/>
                  </a:moveTo>
                  <a:lnTo>
                    <a:pt x="0" y="65749"/>
                  </a:lnTo>
                  <a:lnTo>
                    <a:pt x="28000" y="81915"/>
                  </a:lnTo>
                  <a:lnTo>
                    <a:pt x="28000" y="109663"/>
                  </a:lnTo>
                  <a:lnTo>
                    <a:pt x="17964" y="115457"/>
                  </a:lnTo>
                  <a:lnTo>
                    <a:pt x="17964" y="138534"/>
                  </a:lnTo>
                </a:path>
              </a:pathLst>
            </a:custGeom>
            <a:noFill/>
            <a:ln w="785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/>
          </p:txBody>
        </p:sp>
      </p:grpSp>
      <p:sp>
        <p:nvSpPr>
          <p:cNvPr id="711" name="Google Shape;711;p27"/>
          <p:cNvSpPr txBox="1">
            <a:spLocks noGrp="1"/>
          </p:cNvSpPr>
          <p:nvPr>
            <p:ph type="title" idx="2"/>
          </p:nvPr>
        </p:nvSpPr>
        <p:spPr>
          <a:xfrm>
            <a:off x="8424002" y="4559803"/>
            <a:ext cx="525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</a:rPr>
              <a:t>02</a:t>
            </a:r>
          </a:p>
        </p:txBody>
      </p:sp>
      <p:sp>
        <p:nvSpPr>
          <p:cNvPr id="712" name="Google Shape;712;p27"/>
          <p:cNvSpPr txBox="1"/>
          <p:nvPr/>
        </p:nvSpPr>
        <p:spPr>
          <a:xfrm>
            <a:off x="383654" y="4665660"/>
            <a:ext cx="5765700" cy="2595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89">
                <a:solidFill>
                  <a:srgbClr val="FFFFFF"/>
                </a:solidFill>
                <a:highlight>
                  <a:schemeClr val="dk2"/>
                </a:highlight>
                <a:latin typeface="IBM Plex Sans"/>
                <a:ea typeface="IBM Plex Sans"/>
                <a:cs typeface="IBM Plex Sans"/>
                <a:sym typeface="IBM Plex Sans"/>
              </a:rPr>
              <a:t>Qiskit Fall Fest 2026 at University of Engineering &amp; Technology Lahore,Narowal Campus</a:t>
            </a:r>
            <a:endParaRPr sz="1089">
              <a:solidFill>
                <a:srgbClr val="FFFFFF"/>
              </a:solidFill>
              <a:highlight>
                <a:schemeClr val="dk2"/>
              </a:highlight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713" name="Google Shape;713;p27"/>
          <p:cNvGrpSpPr/>
          <p:nvPr/>
        </p:nvGrpSpPr>
        <p:grpSpPr>
          <a:xfrm>
            <a:off x="336195" y="4628734"/>
            <a:ext cx="5497730" cy="357310"/>
            <a:chOff x="0" y="-28575"/>
            <a:chExt cx="2228418" cy="222637"/>
          </a:xfrm>
        </p:grpSpPr>
        <p:sp>
          <p:nvSpPr>
            <p:cNvPr id="714" name="Google Shape;714;p27"/>
            <p:cNvSpPr/>
            <p:nvPr/>
          </p:nvSpPr>
          <p:spPr>
            <a:xfrm>
              <a:off x="0" y="0"/>
              <a:ext cx="2228418" cy="194062"/>
            </a:xfrm>
            <a:custGeom>
              <a:avLst/>
              <a:gdLst/>
              <a:ahLst/>
              <a:cxnLst/>
              <a:rect l="l" t="t" r="r" b="b"/>
              <a:pathLst>
                <a:path w="2228418" h="194062" extrusionOk="0">
                  <a:moveTo>
                    <a:pt x="0" y="0"/>
                  </a:moveTo>
                  <a:lnTo>
                    <a:pt x="2228418" y="0"/>
                  </a:lnTo>
                  <a:lnTo>
                    <a:pt x="2228418" y="194062"/>
                  </a:lnTo>
                  <a:lnTo>
                    <a:pt x="0" y="194062"/>
                  </a:lnTo>
                  <a:close/>
                </a:path>
              </a:pathLst>
            </a:custGeom>
            <a:gradFill>
              <a:gsLst>
                <a:gs pos="0">
                  <a:srgbClr val="3C0658">
                    <a:alpha val="34902"/>
                  </a:srgbClr>
                </a:gs>
                <a:gs pos="33330">
                  <a:srgbClr val="3C0658">
                    <a:alpha val="34902"/>
                  </a:srgbClr>
                </a:gs>
                <a:gs pos="66670">
                  <a:srgbClr val="3C0658">
                    <a:alpha val="34902"/>
                  </a:srgbClr>
                </a:gs>
                <a:gs pos="100000">
                  <a:srgbClr val="01FAFA">
                    <a:alpha val="34902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/>
            <a:p/>
          </p:txBody>
        </p:sp>
        <p:sp>
          <p:nvSpPr>
            <p:cNvPr id="715" name="Google Shape;715;p27"/>
            <p:cNvSpPr txBox="1"/>
            <p:nvPr/>
          </p:nvSpPr>
          <p:spPr>
            <a:xfrm>
              <a:off x="0" y="-28575"/>
              <a:ext cx="2228400" cy="22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1475" tIns="21475" rIns="21475" bIns="21475" anchor="ctr" anchorCtr="0">
              <a:noAutofit/>
            </a:bodyPr>
            <a:lstStyle/>
            <a:p>
              <a:pPr marL="0" marR="0" lvl="0" indent="0" algn="ctr" rtl="0">
                <a:lnSpc>
                  <a:spcPct val="124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761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16" name="TextBox 715"/>
          <p:cNvSpPr txBox="1"/>
          <p:nvPr/>
        </p:nvSpPr>
        <p:spPr>
          <a:xfrm>
            <a:off x="658368" y="384048"/>
            <a:ext cx="8503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Raleway"/>
              </a:rPr>
              <a:t>TABLE OF CONTENTS</a:t>
            </a:r>
          </a:p>
        </p:txBody>
      </p:sp>
      <p:sp>
        <p:nvSpPr>
          <p:cNvPr id="717" name="TextBox 716"/>
          <p:cNvSpPr txBox="1"/>
          <p:nvPr/>
        </p:nvSpPr>
        <p:spPr>
          <a:xfrm>
            <a:off x="960120" y="109728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DCE6"/>
                </a:solidFill>
                <a:latin typeface="Hanken Grotesk"/>
              </a:rPr>
              <a:t>01</a:t>
            </a:r>
          </a:p>
        </p:txBody>
      </p:sp>
      <p:sp>
        <p:nvSpPr>
          <p:cNvPr id="718" name="TextBox 717"/>
          <p:cNvSpPr txBox="1"/>
          <p:nvPr/>
        </p:nvSpPr>
        <p:spPr>
          <a:xfrm>
            <a:off x="1691640" y="109728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Hanken Grotesk"/>
              </a:rPr>
              <a:t>Why Qiskit Patterns</a:t>
            </a:r>
          </a:p>
        </p:txBody>
      </p:sp>
      <p:sp>
        <p:nvSpPr>
          <p:cNvPr id="719" name="TextBox 718"/>
          <p:cNvSpPr txBox="1"/>
          <p:nvPr/>
        </p:nvSpPr>
        <p:spPr>
          <a:xfrm>
            <a:off x="960120" y="1645919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DCE6"/>
                </a:solidFill>
                <a:latin typeface="Hanken Grotesk"/>
              </a:rPr>
              <a:t>02</a:t>
            </a:r>
          </a:p>
        </p:txBody>
      </p:sp>
      <p:sp>
        <p:nvSpPr>
          <p:cNvPr id="720" name="TextBox 719"/>
          <p:cNvSpPr txBox="1"/>
          <p:nvPr/>
        </p:nvSpPr>
        <p:spPr>
          <a:xfrm>
            <a:off x="1691640" y="1645919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Hanken Grotesk"/>
              </a:rPr>
              <a:t>The Four-Step Workflow</a:t>
            </a:r>
          </a:p>
        </p:txBody>
      </p:sp>
      <p:sp>
        <p:nvSpPr>
          <p:cNvPr id="721" name="TextBox 720"/>
          <p:cNvSpPr txBox="1"/>
          <p:nvPr/>
        </p:nvSpPr>
        <p:spPr>
          <a:xfrm>
            <a:off x="960120" y="219456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DCE6"/>
                </a:solidFill>
                <a:latin typeface="Hanken Grotesk"/>
              </a:rPr>
              <a:t>03</a:t>
            </a:r>
          </a:p>
        </p:txBody>
      </p:sp>
      <p:sp>
        <p:nvSpPr>
          <p:cNvPr id="722" name="TextBox 721"/>
          <p:cNvSpPr txBox="1"/>
          <p:nvPr/>
        </p:nvSpPr>
        <p:spPr>
          <a:xfrm>
            <a:off x="1691640" y="219456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Hanken Grotesk"/>
              </a:rPr>
              <a:t>Map &amp; Optimize</a:t>
            </a:r>
          </a:p>
        </p:txBody>
      </p:sp>
      <p:sp>
        <p:nvSpPr>
          <p:cNvPr id="723" name="TextBox 722"/>
          <p:cNvSpPr txBox="1"/>
          <p:nvPr/>
        </p:nvSpPr>
        <p:spPr>
          <a:xfrm>
            <a:off x="960120" y="274320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DCE6"/>
                </a:solidFill>
                <a:latin typeface="Hanken Grotesk"/>
              </a:rPr>
              <a:t>04</a:t>
            </a:r>
          </a:p>
        </p:txBody>
      </p:sp>
      <p:sp>
        <p:nvSpPr>
          <p:cNvPr id="724" name="TextBox 723"/>
          <p:cNvSpPr txBox="1"/>
          <p:nvPr/>
        </p:nvSpPr>
        <p:spPr>
          <a:xfrm>
            <a:off x="1691640" y="274320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Hanken Grotesk"/>
              </a:rPr>
              <a:t>Execute &amp; Post-process</a:t>
            </a:r>
          </a:p>
        </p:txBody>
      </p:sp>
      <p:sp>
        <p:nvSpPr>
          <p:cNvPr id="725" name="TextBox 724"/>
          <p:cNvSpPr txBox="1"/>
          <p:nvPr/>
        </p:nvSpPr>
        <p:spPr>
          <a:xfrm>
            <a:off x="960120" y="3291839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DCE6"/>
                </a:solidFill>
                <a:latin typeface="Hanken Grotesk"/>
              </a:rPr>
              <a:t>05</a:t>
            </a:r>
          </a:p>
        </p:txBody>
      </p:sp>
      <p:sp>
        <p:nvSpPr>
          <p:cNvPr id="726" name="TextBox 725"/>
          <p:cNvSpPr txBox="1"/>
          <p:nvPr/>
        </p:nvSpPr>
        <p:spPr>
          <a:xfrm>
            <a:off x="1691640" y="3291839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Hanken Grotesk"/>
              </a:rPr>
              <a:t>Qiskit Implementation</a:t>
            </a:r>
          </a:p>
        </p:txBody>
      </p:sp>
      <p:sp>
        <p:nvSpPr>
          <p:cNvPr id="727" name="TextBox 726"/>
          <p:cNvSpPr txBox="1"/>
          <p:nvPr/>
        </p:nvSpPr>
        <p:spPr>
          <a:xfrm>
            <a:off x="960120" y="384048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DCE6"/>
                </a:solidFill>
                <a:latin typeface="Hanken Grotesk"/>
              </a:rPr>
              <a:t>06</a:t>
            </a:r>
          </a:p>
        </p:txBody>
      </p:sp>
      <p:sp>
        <p:nvSpPr>
          <p:cNvPr id="728" name="TextBox 727"/>
          <p:cNvSpPr txBox="1"/>
          <p:nvPr/>
        </p:nvSpPr>
        <p:spPr>
          <a:xfrm>
            <a:off x="1691640" y="384048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Hanken Grotesk"/>
              </a:rPr>
              <a:t>Takeaways &amp; Resources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28"/>
          <p:cNvSpPr txBox="1">
            <a:spLocks noGrp="1"/>
          </p:cNvSpPr>
          <p:nvPr>
            <p:ph type="title"/>
          </p:nvPr>
        </p:nvSpPr>
        <p:spPr>
          <a:xfrm>
            <a:off x="1782650" y="1052200"/>
            <a:ext cx="2893200" cy="90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WHAT IS A QISKIT FALL FEST?</a:t>
            </a:r>
            <a:endParaRPr dirty="0"/>
          </a:p>
        </p:txBody>
      </p:sp>
      <p:sp>
        <p:nvSpPr>
          <p:cNvPr id="721" name="Google Shape;721;p28"/>
          <p:cNvSpPr txBox="1">
            <a:spLocks noGrp="1"/>
          </p:cNvSpPr>
          <p:nvPr>
            <p:ph type="subTitle" idx="1"/>
          </p:nvPr>
        </p:nvSpPr>
        <p:spPr>
          <a:xfrm>
            <a:off x="956931" y="1818167"/>
            <a:ext cx="4876950" cy="26136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srgbClr val="FFFFFF"/>
                </a:solidFill>
                <a:latin typeface="Hanken Grotesk"/>
              </a:rPr>
              <a:t>A beginner-friendly session on Qiskit patterns: a four-step workflow that takes a problem from idea to result.</a:t>
            </a:r>
          </a:p>
        </p:txBody>
      </p:sp>
      <p:pic>
        <p:nvPicPr>
          <p:cNvPr id="722" name="Google Shape;722;p28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2006" t="12450" r="2006"/>
          <a:stretch/>
        </p:blipFill>
        <p:spPr>
          <a:xfrm>
            <a:off x="5967850" y="645314"/>
            <a:ext cx="2787000" cy="3558374"/>
          </a:xfrm>
          <a:prstGeom prst="rect">
            <a:avLst/>
          </a:prstGeom>
        </p:spPr>
      </p:pic>
      <p:sp>
        <p:nvSpPr>
          <p:cNvPr id="723" name="Google Shape;723;p28"/>
          <p:cNvSpPr/>
          <p:nvPr/>
        </p:nvSpPr>
        <p:spPr>
          <a:xfrm>
            <a:off x="4752038" y="4203688"/>
            <a:ext cx="2787000" cy="178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4" name="Google Shape;724;p28"/>
          <p:cNvSpPr/>
          <p:nvPr/>
        </p:nvSpPr>
        <p:spPr>
          <a:xfrm rot="-5400000">
            <a:off x="1493785" y="751340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5" name="Google Shape;725;p28"/>
          <p:cNvSpPr txBox="1">
            <a:spLocks noGrp="1"/>
          </p:cNvSpPr>
          <p:nvPr>
            <p:ph type="title" idx="4294967295"/>
          </p:nvPr>
        </p:nvSpPr>
        <p:spPr>
          <a:xfrm>
            <a:off x="8424002" y="4559803"/>
            <a:ext cx="525000" cy="3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</a:rPr>
              <a:t>03</a:t>
            </a:r>
          </a:p>
        </p:txBody>
      </p:sp>
      <p:sp>
        <p:nvSpPr>
          <p:cNvPr id="726" name="Google Shape;726;p28"/>
          <p:cNvSpPr txBox="1"/>
          <p:nvPr/>
        </p:nvSpPr>
        <p:spPr>
          <a:xfrm>
            <a:off x="383654" y="4665660"/>
            <a:ext cx="5765700" cy="2595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89">
                <a:solidFill>
                  <a:srgbClr val="FFFFFF"/>
                </a:solidFill>
                <a:highlight>
                  <a:schemeClr val="dk2"/>
                </a:highlight>
                <a:latin typeface="IBM Plex Sans"/>
                <a:ea typeface="IBM Plex Sans"/>
                <a:cs typeface="IBM Plex Sans"/>
                <a:sym typeface="IBM Plex Sans"/>
              </a:rPr>
              <a:t>Qiskit Fall Fest 2026 at University of Engineering &amp; Technology Lahore,Narowal Campus</a:t>
            </a:r>
            <a:endParaRPr sz="1089">
              <a:solidFill>
                <a:srgbClr val="FFFFFF"/>
              </a:solidFill>
              <a:highlight>
                <a:schemeClr val="dk2"/>
              </a:highlight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727" name="Google Shape;727;p28"/>
          <p:cNvGrpSpPr/>
          <p:nvPr/>
        </p:nvGrpSpPr>
        <p:grpSpPr>
          <a:xfrm>
            <a:off x="336195" y="4628734"/>
            <a:ext cx="5497730" cy="357310"/>
            <a:chOff x="0" y="-28575"/>
            <a:chExt cx="2228418" cy="222637"/>
          </a:xfrm>
        </p:grpSpPr>
        <p:sp>
          <p:nvSpPr>
            <p:cNvPr id="728" name="Google Shape;728;p28"/>
            <p:cNvSpPr/>
            <p:nvPr/>
          </p:nvSpPr>
          <p:spPr>
            <a:xfrm>
              <a:off x="0" y="0"/>
              <a:ext cx="2228418" cy="194062"/>
            </a:xfrm>
            <a:custGeom>
              <a:avLst/>
              <a:gdLst/>
              <a:ahLst/>
              <a:cxnLst/>
              <a:rect l="l" t="t" r="r" b="b"/>
              <a:pathLst>
                <a:path w="2228418" h="194062" extrusionOk="0">
                  <a:moveTo>
                    <a:pt x="0" y="0"/>
                  </a:moveTo>
                  <a:lnTo>
                    <a:pt x="2228418" y="0"/>
                  </a:lnTo>
                  <a:lnTo>
                    <a:pt x="2228418" y="194062"/>
                  </a:lnTo>
                  <a:lnTo>
                    <a:pt x="0" y="194062"/>
                  </a:lnTo>
                  <a:close/>
                </a:path>
              </a:pathLst>
            </a:custGeom>
            <a:gradFill>
              <a:gsLst>
                <a:gs pos="0">
                  <a:srgbClr val="3C0658">
                    <a:alpha val="34902"/>
                  </a:srgbClr>
                </a:gs>
                <a:gs pos="33330">
                  <a:srgbClr val="3C0658">
                    <a:alpha val="34902"/>
                  </a:srgbClr>
                </a:gs>
                <a:gs pos="66670">
                  <a:srgbClr val="3C0658">
                    <a:alpha val="34902"/>
                  </a:srgbClr>
                </a:gs>
                <a:gs pos="100000">
                  <a:srgbClr val="01FAFA">
                    <a:alpha val="34902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</p:sp>
        <p:sp>
          <p:nvSpPr>
            <p:cNvPr id="729" name="Google Shape;729;p28"/>
            <p:cNvSpPr txBox="1"/>
            <p:nvPr/>
          </p:nvSpPr>
          <p:spPr>
            <a:xfrm>
              <a:off x="0" y="-28575"/>
              <a:ext cx="2228400" cy="22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1475" tIns="21475" rIns="21475" bIns="21475" anchor="ctr" anchorCtr="0">
              <a:noAutofit/>
            </a:bodyPr>
            <a:lstStyle/>
            <a:p>
              <a:pPr marL="0" marR="0" lvl="0" indent="0" algn="ctr" rtl="0">
                <a:lnSpc>
                  <a:spcPct val="124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761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29"/>
          <p:cNvSpPr txBox="1">
            <a:spLocks noGrp="1"/>
          </p:cNvSpPr>
          <p:nvPr>
            <p:ph type="title"/>
          </p:nvPr>
        </p:nvSpPr>
        <p:spPr>
          <a:xfrm>
            <a:off x="1136800" y="2325725"/>
            <a:ext cx="3653400" cy="98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6" name="Google Shape;736;p29"/>
          <p:cNvSpPr/>
          <p:nvPr/>
        </p:nvSpPr>
        <p:spPr>
          <a:xfrm rot="-5400000">
            <a:off x="689075" y="2684117"/>
            <a:ext cx="357300" cy="309016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7" name="Google Shape;737;p29"/>
          <p:cNvSpPr/>
          <p:nvPr/>
        </p:nvSpPr>
        <p:spPr>
          <a:xfrm>
            <a:off x="7016375" y="-1615175"/>
            <a:ext cx="1633483" cy="5920031"/>
          </a:xfrm>
          <a:custGeom>
            <a:avLst/>
            <a:gdLst/>
            <a:ahLst/>
            <a:cxnLst/>
            <a:rect l="l" t="t" r="r" b="b"/>
            <a:pathLst>
              <a:path w="18075" h="65507" extrusionOk="0">
                <a:moveTo>
                  <a:pt x="0" y="65507"/>
                </a:moveTo>
                <a:lnTo>
                  <a:pt x="18075" y="47432"/>
                </a:lnTo>
                <a:lnTo>
                  <a:pt x="18075" y="0"/>
                </a:ln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/>
        </p:txBody>
      </p:sp>
      <p:grpSp>
        <p:nvGrpSpPr>
          <p:cNvPr id="738" name="Google Shape;738;p29"/>
          <p:cNvGrpSpPr/>
          <p:nvPr/>
        </p:nvGrpSpPr>
        <p:grpSpPr>
          <a:xfrm rot="10800000" flipH="1">
            <a:off x="7968643" y="3562070"/>
            <a:ext cx="681217" cy="3360485"/>
            <a:chOff x="1337800" y="-2525590"/>
            <a:chExt cx="1498167" cy="7390555"/>
          </a:xfrm>
        </p:grpSpPr>
        <p:cxnSp>
          <p:nvCxnSpPr>
            <p:cNvPr id="739" name="Google Shape;739;p29"/>
            <p:cNvCxnSpPr/>
            <p:nvPr/>
          </p:nvCxnSpPr>
          <p:spPr>
            <a:xfrm rot="10800000">
              <a:off x="1337800" y="-2525590"/>
              <a:ext cx="0" cy="58707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40" name="Google Shape;740;p29"/>
            <p:cNvCxnSpPr/>
            <p:nvPr/>
          </p:nvCxnSpPr>
          <p:spPr>
            <a:xfrm>
              <a:off x="1337800" y="3347125"/>
              <a:ext cx="1158600" cy="11412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741" name="Google Shape;741;p29"/>
            <p:cNvSpPr/>
            <p:nvPr/>
          </p:nvSpPr>
          <p:spPr>
            <a:xfrm rot="5400000">
              <a:off x="2412855" y="4441854"/>
              <a:ext cx="425397" cy="420826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2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42" name="Google Shape;742;p29"/>
          <p:cNvGrpSpPr/>
          <p:nvPr/>
        </p:nvGrpSpPr>
        <p:grpSpPr>
          <a:xfrm rot="-5400000" flipH="1">
            <a:off x="70043" y="-592705"/>
            <a:ext cx="681217" cy="3360485"/>
            <a:chOff x="1337800" y="-2525590"/>
            <a:chExt cx="1498167" cy="7390555"/>
          </a:xfrm>
        </p:grpSpPr>
        <p:cxnSp>
          <p:nvCxnSpPr>
            <p:cNvPr id="743" name="Google Shape;743;p29"/>
            <p:cNvCxnSpPr/>
            <p:nvPr/>
          </p:nvCxnSpPr>
          <p:spPr>
            <a:xfrm rot="10800000">
              <a:off x="1337800" y="-2525590"/>
              <a:ext cx="0" cy="58707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44" name="Google Shape;744;p29"/>
            <p:cNvCxnSpPr/>
            <p:nvPr/>
          </p:nvCxnSpPr>
          <p:spPr>
            <a:xfrm>
              <a:off x="1337800" y="3347125"/>
              <a:ext cx="1158600" cy="11412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745" name="Google Shape;745;p29"/>
            <p:cNvSpPr/>
            <p:nvPr/>
          </p:nvSpPr>
          <p:spPr>
            <a:xfrm rot="5400000">
              <a:off x="2412855" y="4441854"/>
              <a:ext cx="425397" cy="420826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46" name="Google Shape;746;p29"/>
          <p:cNvSpPr/>
          <p:nvPr/>
        </p:nvSpPr>
        <p:spPr>
          <a:xfrm rot="-5400000">
            <a:off x="5572485" y="-2452153"/>
            <a:ext cx="1971347" cy="6005438"/>
          </a:xfrm>
          <a:custGeom>
            <a:avLst/>
            <a:gdLst/>
            <a:ahLst/>
            <a:cxnLst/>
            <a:rect l="l" t="t" r="r" b="b"/>
            <a:pathLst>
              <a:path w="62917" h="191668" extrusionOk="0">
                <a:moveTo>
                  <a:pt x="0" y="0"/>
                </a:moveTo>
                <a:lnTo>
                  <a:pt x="0" y="21836"/>
                </a:lnTo>
                <a:lnTo>
                  <a:pt x="38334" y="60169"/>
                </a:lnTo>
                <a:lnTo>
                  <a:pt x="38334" y="81762"/>
                </a:lnTo>
                <a:lnTo>
                  <a:pt x="22442" y="97654"/>
                </a:lnTo>
                <a:lnTo>
                  <a:pt x="22442" y="116457"/>
                </a:lnTo>
                <a:lnTo>
                  <a:pt x="62917" y="139825"/>
                </a:lnTo>
                <a:lnTo>
                  <a:pt x="62917" y="191668"/>
                </a:ln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/>
        </p:txBody>
      </p:sp>
      <p:sp>
        <p:nvSpPr>
          <p:cNvPr id="747" name="Google Shape;747;p29"/>
          <p:cNvSpPr txBox="1">
            <a:spLocks noGrp="1"/>
          </p:cNvSpPr>
          <p:nvPr>
            <p:ph type="title" idx="4294967295"/>
          </p:nvPr>
        </p:nvSpPr>
        <p:spPr>
          <a:xfrm>
            <a:off x="8424002" y="4559803"/>
            <a:ext cx="525000" cy="3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</a:rPr>
              <a:t>04</a:t>
            </a:r>
          </a:p>
        </p:txBody>
      </p:sp>
      <p:pic>
        <p:nvPicPr>
          <p:cNvPr id="748" name="Google Shape;748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80949" y="498925"/>
            <a:ext cx="943050" cy="943050"/>
          </a:xfrm>
          <a:prstGeom prst="rect">
            <a:avLst/>
          </a:prstGeom>
          <a:noFill/>
          <a:ln>
            <a:noFill/>
          </a:ln>
        </p:spPr>
      </p:pic>
      <p:sp>
        <p:nvSpPr>
          <p:cNvPr id="749" name="Google Shape;749;p29"/>
          <p:cNvSpPr txBox="1"/>
          <p:nvPr/>
        </p:nvSpPr>
        <p:spPr>
          <a:xfrm>
            <a:off x="383654" y="4665660"/>
            <a:ext cx="5765700" cy="2595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89">
                <a:solidFill>
                  <a:srgbClr val="FFFFFF"/>
                </a:solidFill>
                <a:highlight>
                  <a:schemeClr val="dk2"/>
                </a:highlight>
                <a:latin typeface="IBM Plex Sans"/>
                <a:ea typeface="IBM Plex Sans"/>
                <a:cs typeface="IBM Plex Sans"/>
                <a:sym typeface="IBM Plex Sans"/>
              </a:rPr>
              <a:t>Qiskit Fall Fest 2026 at University of Engineering &amp; Technology Lahore,Narowal Campus</a:t>
            </a:r>
            <a:endParaRPr sz="1089">
              <a:solidFill>
                <a:srgbClr val="FFFFFF"/>
              </a:solidFill>
              <a:highlight>
                <a:schemeClr val="dk2"/>
              </a:highlight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750" name="Google Shape;750;p29"/>
          <p:cNvGrpSpPr/>
          <p:nvPr/>
        </p:nvGrpSpPr>
        <p:grpSpPr>
          <a:xfrm>
            <a:off x="336195" y="4628734"/>
            <a:ext cx="5497730" cy="357310"/>
            <a:chOff x="0" y="-28575"/>
            <a:chExt cx="2228418" cy="222637"/>
          </a:xfrm>
        </p:grpSpPr>
        <p:sp>
          <p:nvSpPr>
            <p:cNvPr id="751" name="Google Shape;751;p29"/>
            <p:cNvSpPr/>
            <p:nvPr/>
          </p:nvSpPr>
          <p:spPr>
            <a:xfrm>
              <a:off x="0" y="0"/>
              <a:ext cx="2228418" cy="194062"/>
            </a:xfrm>
            <a:custGeom>
              <a:avLst/>
              <a:gdLst/>
              <a:ahLst/>
              <a:cxnLst/>
              <a:rect l="l" t="t" r="r" b="b"/>
              <a:pathLst>
                <a:path w="2228418" h="194062" extrusionOk="0">
                  <a:moveTo>
                    <a:pt x="0" y="0"/>
                  </a:moveTo>
                  <a:lnTo>
                    <a:pt x="2228418" y="0"/>
                  </a:lnTo>
                  <a:lnTo>
                    <a:pt x="2228418" y="194062"/>
                  </a:lnTo>
                  <a:lnTo>
                    <a:pt x="0" y="194062"/>
                  </a:lnTo>
                  <a:close/>
                </a:path>
              </a:pathLst>
            </a:custGeom>
            <a:gradFill>
              <a:gsLst>
                <a:gs pos="0">
                  <a:srgbClr val="3C0658">
                    <a:alpha val="34902"/>
                  </a:srgbClr>
                </a:gs>
                <a:gs pos="33330">
                  <a:srgbClr val="3C0658">
                    <a:alpha val="34902"/>
                  </a:srgbClr>
                </a:gs>
                <a:gs pos="66670">
                  <a:srgbClr val="3C0658">
                    <a:alpha val="34902"/>
                  </a:srgbClr>
                </a:gs>
                <a:gs pos="100000">
                  <a:srgbClr val="01FAFA">
                    <a:alpha val="34902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/>
            <a:p/>
          </p:txBody>
        </p:sp>
        <p:sp>
          <p:nvSpPr>
            <p:cNvPr id="752" name="Google Shape;752;p29"/>
            <p:cNvSpPr txBox="1"/>
            <p:nvPr/>
          </p:nvSpPr>
          <p:spPr>
            <a:xfrm>
              <a:off x="0" y="-28575"/>
              <a:ext cx="2228400" cy="22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1475" tIns="21475" rIns="21475" bIns="21475" anchor="ctr" anchorCtr="0">
              <a:noAutofit/>
            </a:bodyPr>
            <a:lstStyle/>
            <a:p>
              <a:pPr marL="0" marR="0" lvl="0" indent="0" algn="ctr" rtl="0">
                <a:lnSpc>
                  <a:spcPct val="124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761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53" name="TextBox 752"/>
          <p:cNvSpPr txBox="1"/>
          <p:nvPr/>
        </p:nvSpPr>
        <p:spPr>
          <a:xfrm>
            <a:off x="960120" y="1965960"/>
            <a:ext cx="3657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0">
                <a:solidFill>
                  <a:srgbClr val="FFFFFF"/>
                </a:solidFill>
                <a:latin typeface="Raleway"/>
              </a:rPr>
              <a:t>INTRODUCTION</a:t>
            </a:r>
          </a:p>
        </p:txBody>
      </p:sp>
      <p:sp>
        <p:nvSpPr>
          <p:cNvPr id="754" name="TextBox 753"/>
          <p:cNvSpPr txBox="1"/>
          <p:nvPr/>
        </p:nvSpPr>
        <p:spPr>
          <a:xfrm>
            <a:off x="4224528" y="1920240"/>
            <a:ext cx="1143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>
                <a:solidFill>
                  <a:srgbClr val="FFFFFF"/>
                </a:solidFill>
                <a:latin typeface="Raleway"/>
              </a:rPr>
              <a:t>01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3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4" name="Google Shape;764;p30"/>
          <p:cNvSpPr txBox="1">
            <a:spLocks noGrp="1"/>
          </p:cNvSpPr>
          <p:nvPr>
            <p:ph type="title" idx="4294967295"/>
          </p:nvPr>
        </p:nvSpPr>
        <p:spPr>
          <a:xfrm>
            <a:off x="8424002" y="4559803"/>
            <a:ext cx="525000" cy="3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srgbClr val="FFFFFF"/>
                </a:solidFill>
                <a:latin typeface="Raleway"/>
              </a:rPr>
              <a:t>05</a:t>
            </a:r>
          </a:p>
        </p:txBody>
      </p:sp>
      <p:sp>
        <p:nvSpPr>
          <p:cNvPr id="765" name="Google Shape;765;p30"/>
          <p:cNvSpPr txBox="1"/>
          <p:nvPr/>
        </p:nvSpPr>
        <p:spPr>
          <a:xfrm>
            <a:off x="383654" y="4665660"/>
            <a:ext cx="5765700" cy="2595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89">
                <a:solidFill>
                  <a:srgbClr val="FFFFFF"/>
                </a:solidFill>
                <a:highlight>
                  <a:schemeClr val="dk2"/>
                </a:highlight>
                <a:latin typeface="IBM Plex Sans"/>
                <a:ea typeface="IBM Plex Sans"/>
                <a:cs typeface="IBM Plex Sans"/>
                <a:sym typeface="IBM Plex Sans"/>
              </a:rPr>
              <a:t>Qiskit Fall Fest 2026 at University of Engineering &amp; Technology Lahore,Narowal Campus</a:t>
            </a:r>
            <a:endParaRPr sz="1089">
              <a:solidFill>
                <a:srgbClr val="FFFFFF"/>
              </a:solidFill>
              <a:highlight>
                <a:schemeClr val="dk2"/>
              </a:highlight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766" name="Google Shape;766;p30"/>
          <p:cNvGrpSpPr/>
          <p:nvPr/>
        </p:nvGrpSpPr>
        <p:grpSpPr>
          <a:xfrm>
            <a:off x="336195" y="4628734"/>
            <a:ext cx="5497730" cy="357310"/>
            <a:chOff x="0" y="-28575"/>
            <a:chExt cx="2228418" cy="222637"/>
          </a:xfrm>
        </p:grpSpPr>
        <p:sp>
          <p:nvSpPr>
            <p:cNvPr id="767" name="Google Shape;767;p30"/>
            <p:cNvSpPr/>
            <p:nvPr/>
          </p:nvSpPr>
          <p:spPr>
            <a:xfrm>
              <a:off x="0" y="0"/>
              <a:ext cx="2228418" cy="194062"/>
            </a:xfrm>
            <a:custGeom>
              <a:avLst/>
              <a:gdLst/>
              <a:ahLst/>
              <a:cxnLst/>
              <a:rect l="l" t="t" r="r" b="b"/>
              <a:pathLst>
                <a:path w="2228418" h="194062" extrusionOk="0">
                  <a:moveTo>
                    <a:pt x="0" y="0"/>
                  </a:moveTo>
                  <a:lnTo>
                    <a:pt x="2228418" y="0"/>
                  </a:lnTo>
                  <a:lnTo>
                    <a:pt x="2228418" y="194062"/>
                  </a:lnTo>
                  <a:lnTo>
                    <a:pt x="0" y="194062"/>
                  </a:lnTo>
                  <a:close/>
                </a:path>
              </a:pathLst>
            </a:custGeom>
            <a:gradFill>
              <a:gsLst>
                <a:gs pos="0">
                  <a:srgbClr val="3C0658">
                    <a:alpha val="34902"/>
                  </a:srgbClr>
                </a:gs>
                <a:gs pos="33330">
                  <a:srgbClr val="3C0658">
                    <a:alpha val="34902"/>
                  </a:srgbClr>
                </a:gs>
                <a:gs pos="66670">
                  <a:srgbClr val="3C0658">
                    <a:alpha val="34902"/>
                  </a:srgbClr>
                </a:gs>
                <a:gs pos="100000">
                  <a:srgbClr val="01FAFA">
                    <a:alpha val="34902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/>
            <a:p/>
          </p:txBody>
        </p:sp>
        <p:sp>
          <p:nvSpPr>
            <p:cNvPr id="768" name="Google Shape;768;p30"/>
            <p:cNvSpPr txBox="1"/>
            <p:nvPr/>
          </p:nvSpPr>
          <p:spPr>
            <a:xfrm>
              <a:off x="0" y="-28575"/>
              <a:ext cx="2228400" cy="22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1475" tIns="21475" rIns="21475" bIns="21475" anchor="ctr" anchorCtr="0">
              <a:noAutofit/>
            </a:bodyPr>
            <a:lstStyle/>
            <a:p>
              <a:pPr marL="0" marR="0" lvl="0" indent="0" algn="ctr" rtl="0">
                <a:lnSpc>
                  <a:spcPct val="124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761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69" name="TextBox 768"/>
          <p:cNvSpPr txBox="1"/>
          <p:nvPr/>
        </p:nvSpPr>
        <p:spPr>
          <a:xfrm>
            <a:off x="658368" y="384048"/>
            <a:ext cx="8503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Raleway"/>
              </a:rPr>
              <a:t>WHY QISKIT PATTERNS?</a:t>
            </a:r>
          </a:p>
        </p:txBody>
      </p:sp>
      <p:sp>
        <p:nvSpPr>
          <p:cNvPr id="770" name="TextBox 769"/>
          <p:cNvSpPr txBox="1"/>
          <p:nvPr/>
        </p:nvSpPr>
        <p:spPr>
          <a:xfrm>
            <a:off x="914400" y="123444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Hanken Grotesk"/>
              </a:rPr>
              <a:t>Useful quantum work takes more than a circuit.</a:t>
            </a:r>
          </a:p>
        </p:txBody>
      </p:sp>
      <p:sp>
        <p:nvSpPr>
          <p:cNvPr id="771" name="TextBox 770"/>
          <p:cNvSpPr txBox="1"/>
          <p:nvPr/>
        </p:nvSpPr>
        <p:spPr>
          <a:xfrm>
            <a:off x="914400" y="2103120"/>
            <a:ext cx="475488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Hanken Grotesk"/>
              </a:rPr>
              <a:t>A Qiskit pattern is a repeatable workflow that takes a problem from classical input to a final answer, using quantum and classical tools together.</a:t>
            </a:r>
          </a:p>
          <a:p>
            <a:pPr algn="l"/>
            <a:endParaRPr sz="1700"/>
          </a:p>
          <a:p>
            <a:pPr algn="l"/>
            <a:r>
              <a:rPr sz="1700" b="0">
                <a:solidFill>
                  <a:srgbClr val="FFFFFF"/>
                </a:solidFill>
                <a:latin typeface="Hanken Grotesk"/>
              </a:rPr>
              <a:t>Each stage stays separate, so you can improve one step without rewriting the others.</a:t>
            </a:r>
          </a:p>
        </p:txBody>
      </p:sp>
      <p:sp>
        <p:nvSpPr>
          <p:cNvPr id="772" name="Rounded Rectangle 771"/>
          <p:cNvSpPr/>
          <p:nvPr/>
        </p:nvSpPr>
        <p:spPr>
          <a:xfrm>
            <a:off x="6126480" y="1234440"/>
            <a:ext cx="2286000" cy="594360"/>
          </a:xfrm>
          <a:prstGeom prst="roundRect">
            <a:avLst>
              <a:gd name="adj" fmla="val 18000"/>
            </a:avLst>
          </a:prstGeom>
          <a:solidFill>
            <a:srgbClr val="12102B"/>
          </a:solidFill>
          <a:ln w="15875">
            <a:solidFill>
              <a:srgbClr val="00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Raleway"/>
              </a:rPr>
              <a:t>REAL-WORLD PROBLEM</a:t>
            </a:r>
          </a:p>
        </p:txBody>
      </p:sp>
      <p:sp>
        <p:nvSpPr>
          <p:cNvPr id="773" name="Down Arrow 772"/>
          <p:cNvSpPr/>
          <p:nvPr/>
        </p:nvSpPr>
        <p:spPr>
          <a:xfrm>
            <a:off x="7132320" y="1988820"/>
            <a:ext cx="274320" cy="320040"/>
          </a:xfrm>
          <a:prstGeom prst="downArrow">
            <a:avLst/>
          </a:prstGeom>
          <a:solidFill>
            <a:srgbClr val="00D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4" name="Rounded Rectangle 773"/>
          <p:cNvSpPr/>
          <p:nvPr/>
        </p:nvSpPr>
        <p:spPr>
          <a:xfrm>
            <a:off x="6126480" y="2468880"/>
            <a:ext cx="2286000" cy="594360"/>
          </a:xfrm>
          <a:prstGeom prst="roundRect">
            <a:avLst>
              <a:gd name="adj" fmla="val 18000"/>
            </a:avLst>
          </a:prstGeom>
          <a:solidFill>
            <a:srgbClr val="00DCE6"/>
          </a:solidFill>
          <a:ln w="15875">
            <a:solidFill>
              <a:srgbClr val="00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B0A1A"/>
                </a:solidFill>
                <a:latin typeface="Raleway"/>
              </a:rPr>
              <a:t>QISKIT PATTERN</a:t>
            </a:r>
          </a:p>
        </p:txBody>
      </p:sp>
      <p:sp>
        <p:nvSpPr>
          <p:cNvPr id="775" name="Down Arrow 774"/>
          <p:cNvSpPr/>
          <p:nvPr/>
        </p:nvSpPr>
        <p:spPr>
          <a:xfrm>
            <a:off x="7132320" y="3223260"/>
            <a:ext cx="274320" cy="320040"/>
          </a:xfrm>
          <a:prstGeom prst="downArrow">
            <a:avLst/>
          </a:prstGeom>
          <a:solidFill>
            <a:srgbClr val="00D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6" name="Rounded Rectangle 775"/>
          <p:cNvSpPr/>
          <p:nvPr/>
        </p:nvSpPr>
        <p:spPr>
          <a:xfrm>
            <a:off x="6126480" y="3703320"/>
            <a:ext cx="2286000" cy="594360"/>
          </a:xfrm>
          <a:prstGeom prst="roundRect">
            <a:avLst>
              <a:gd name="adj" fmla="val 18000"/>
            </a:avLst>
          </a:prstGeom>
          <a:solidFill>
            <a:srgbClr val="12102B"/>
          </a:solidFill>
          <a:ln w="15875">
            <a:solidFill>
              <a:srgbClr val="00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Raleway"/>
              </a:rPr>
              <a:t>USEFUL RESULT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3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2" name="Google Shape;792;p31"/>
          <p:cNvSpPr txBox="1">
            <a:spLocks noGrp="1"/>
          </p:cNvSpPr>
          <p:nvPr>
            <p:ph type="title" idx="4294967295"/>
          </p:nvPr>
        </p:nvSpPr>
        <p:spPr>
          <a:xfrm>
            <a:off x="8424002" y="4559803"/>
            <a:ext cx="525000" cy="3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srgbClr val="FFFFFF"/>
                </a:solidFill>
                <a:latin typeface="Raleway"/>
              </a:rPr>
              <a:t>11</a:t>
            </a:r>
          </a:p>
        </p:txBody>
      </p:sp>
      <p:sp>
        <p:nvSpPr>
          <p:cNvPr id="793" name="Google Shape;793;p31"/>
          <p:cNvSpPr txBox="1"/>
          <p:nvPr/>
        </p:nvSpPr>
        <p:spPr>
          <a:xfrm>
            <a:off x="383654" y="4665660"/>
            <a:ext cx="5765700" cy="2595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89">
                <a:solidFill>
                  <a:srgbClr val="FFFFFF"/>
                </a:solidFill>
                <a:highlight>
                  <a:schemeClr val="dk2"/>
                </a:highlight>
                <a:latin typeface="IBM Plex Sans"/>
                <a:ea typeface="IBM Plex Sans"/>
                <a:cs typeface="IBM Plex Sans"/>
                <a:sym typeface="IBM Plex Sans"/>
              </a:rPr>
              <a:t>Qiskit Fall Fest 2026 at University of Engineering &amp; Technology Lahore,Narowal Campus</a:t>
            </a:r>
            <a:endParaRPr sz="1089">
              <a:solidFill>
                <a:srgbClr val="FFFFFF"/>
              </a:solidFill>
              <a:highlight>
                <a:schemeClr val="dk2"/>
              </a:highlight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794" name="Google Shape;794;p31"/>
          <p:cNvGrpSpPr/>
          <p:nvPr/>
        </p:nvGrpSpPr>
        <p:grpSpPr>
          <a:xfrm>
            <a:off x="336195" y="4628734"/>
            <a:ext cx="5497730" cy="357310"/>
            <a:chOff x="0" y="-28575"/>
            <a:chExt cx="2228418" cy="222637"/>
          </a:xfrm>
        </p:grpSpPr>
        <p:sp>
          <p:nvSpPr>
            <p:cNvPr id="795" name="Google Shape;795;p31"/>
            <p:cNvSpPr/>
            <p:nvPr/>
          </p:nvSpPr>
          <p:spPr>
            <a:xfrm>
              <a:off x="0" y="0"/>
              <a:ext cx="2228418" cy="194062"/>
            </a:xfrm>
            <a:custGeom>
              <a:avLst/>
              <a:gdLst/>
              <a:ahLst/>
              <a:cxnLst/>
              <a:rect l="l" t="t" r="r" b="b"/>
              <a:pathLst>
                <a:path w="2228418" h="194062" extrusionOk="0">
                  <a:moveTo>
                    <a:pt x="0" y="0"/>
                  </a:moveTo>
                  <a:lnTo>
                    <a:pt x="2228418" y="0"/>
                  </a:lnTo>
                  <a:lnTo>
                    <a:pt x="2228418" y="194062"/>
                  </a:lnTo>
                  <a:lnTo>
                    <a:pt x="0" y="194062"/>
                  </a:lnTo>
                  <a:close/>
                </a:path>
              </a:pathLst>
            </a:custGeom>
            <a:gradFill>
              <a:gsLst>
                <a:gs pos="0">
                  <a:srgbClr val="3C0658">
                    <a:alpha val="34902"/>
                  </a:srgbClr>
                </a:gs>
                <a:gs pos="33330">
                  <a:srgbClr val="3C0658">
                    <a:alpha val="34902"/>
                  </a:srgbClr>
                </a:gs>
                <a:gs pos="66670">
                  <a:srgbClr val="3C0658">
                    <a:alpha val="34902"/>
                  </a:srgbClr>
                </a:gs>
                <a:gs pos="100000">
                  <a:srgbClr val="01FAFA">
                    <a:alpha val="34902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/>
            <a:p/>
          </p:txBody>
        </p:sp>
        <p:sp>
          <p:nvSpPr>
            <p:cNvPr id="796" name="Google Shape;796;p31"/>
            <p:cNvSpPr txBox="1"/>
            <p:nvPr/>
          </p:nvSpPr>
          <p:spPr>
            <a:xfrm>
              <a:off x="0" y="-28575"/>
              <a:ext cx="2228400" cy="22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1475" tIns="21475" rIns="21475" bIns="21475" anchor="ctr" anchorCtr="0">
              <a:noAutofit/>
            </a:bodyPr>
            <a:lstStyle/>
            <a:p>
              <a:pPr marL="0" marR="0" lvl="0" indent="0" algn="ctr" rtl="0">
                <a:lnSpc>
                  <a:spcPct val="124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761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97" name="TextBox 796"/>
          <p:cNvSpPr txBox="1"/>
          <p:nvPr/>
        </p:nvSpPr>
        <p:spPr>
          <a:xfrm>
            <a:off x="658368" y="384048"/>
            <a:ext cx="8503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Raleway"/>
              </a:rPr>
              <a:t>STEP 4: POST-PROCESS</a:t>
            </a:r>
          </a:p>
        </p:txBody>
      </p:sp>
      <p:sp>
        <p:nvSpPr>
          <p:cNvPr id="798" name="TextBox 797"/>
          <p:cNvSpPr txBox="1"/>
          <p:nvPr/>
        </p:nvSpPr>
        <p:spPr>
          <a:xfrm>
            <a:off x="868680" y="123444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DCE6"/>
                </a:solidFill>
                <a:latin typeface="Raleway"/>
              </a:rPr>
              <a:t>ERROR MITIGATION</a:t>
            </a:r>
          </a:p>
        </p:txBody>
      </p:sp>
      <p:sp>
        <p:nvSpPr>
          <p:cNvPr id="799" name="TextBox 798"/>
          <p:cNvSpPr txBox="1"/>
          <p:nvPr/>
        </p:nvSpPr>
        <p:spPr>
          <a:xfrm>
            <a:off x="868680" y="1709928"/>
            <a:ext cx="3474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Hanken Grotesk"/>
              </a:rPr>
              <a:t>Reduce the effect of hardware noise on your results.</a:t>
            </a:r>
          </a:p>
        </p:txBody>
      </p:sp>
      <p:sp>
        <p:nvSpPr>
          <p:cNvPr id="800" name="TextBox 799"/>
          <p:cNvSpPr txBox="1"/>
          <p:nvPr/>
        </p:nvSpPr>
        <p:spPr>
          <a:xfrm>
            <a:off x="5029200" y="123444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DCE6"/>
                </a:solidFill>
                <a:latin typeface="Raleway"/>
              </a:rPr>
              <a:t>ANALYSIS</a:t>
            </a:r>
          </a:p>
        </p:txBody>
      </p:sp>
      <p:sp>
        <p:nvSpPr>
          <p:cNvPr id="801" name="TextBox 800"/>
          <p:cNvSpPr txBox="1"/>
          <p:nvPr/>
        </p:nvSpPr>
        <p:spPr>
          <a:xfrm>
            <a:off x="5029200" y="1709928"/>
            <a:ext cx="3474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Hanken Grotesk"/>
              </a:rPr>
              <a:t>Use classical code to turn raw data into expectation values and other metrics.</a:t>
            </a:r>
          </a:p>
        </p:txBody>
      </p:sp>
      <p:sp>
        <p:nvSpPr>
          <p:cNvPr id="802" name="TextBox 801"/>
          <p:cNvSpPr txBox="1"/>
          <p:nvPr/>
        </p:nvSpPr>
        <p:spPr>
          <a:xfrm>
            <a:off x="868680" y="306324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DCE6"/>
                </a:solidFill>
                <a:latin typeface="Raleway"/>
              </a:rPr>
              <a:t>VISUALIZATION</a:t>
            </a:r>
          </a:p>
        </p:txBody>
      </p:sp>
      <p:sp>
        <p:nvSpPr>
          <p:cNvPr id="803" name="TextBox 802"/>
          <p:cNvSpPr txBox="1"/>
          <p:nvPr/>
        </p:nvSpPr>
        <p:spPr>
          <a:xfrm>
            <a:off x="868680" y="3538728"/>
            <a:ext cx="3474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Hanken Grotesk"/>
              </a:rPr>
              <a:t>Plot counts and values to see what the results mean.</a:t>
            </a:r>
          </a:p>
        </p:txBody>
      </p:sp>
      <p:sp>
        <p:nvSpPr>
          <p:cNvPr id="804" name="TextBox 803"/>
          <p:cNvSpPr txBox="1"/>
          <p:nvPr/>
        </p:nvSpPr>
        <p:spPr>
          <a:xfrm>
            <a:off x="5029200" y="306324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DCE6"/>
                </a:solidFill>
                <a:latin typeface="Raleway"/>
              </a:rPr>
              <a:t>ITERATE</a:t>
            </a:r>
          </a:p>
        </p:txBody>
      </p:sp>
      <p:sp>
        <p:nvSpPr>
          <p:cNvPr id="805" name="TextBox 804"/>
          <p:cNvSpPr txBox="1"/>
          <p:nvPr/>
        </p:nvSpPr>
        <p:spPr>
          <a:xfrm>
            <a:off x="5029200" y="3538728"/>
            <a:ext cx="3474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Hanken Grotesk"/>
              </a:rPr>
              <a:t>Use the answer to refine the problem and run the pattern again.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32"/>
          <p:cNvSpPr/>
          <p:nvPr/>
        </p:nvSpPr>
        <p:spPr>
          <a:xfrm rot="-5400000">
            <a:off x="689075" y="2313700"/>
            <a:ext cx="357300" cy="309016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3" name="Google Shape;803;p32"/>
          <p:cNvSpPr/>
          <p:nvPr/>
        </p:nvSpPr>
        <p:spPr>
          <a:xfrm>
            <a:off x="7016375" y="-1615175"/>
            <a:ext cx="1633483" cy="5920031"/>
          </a:xfrm>
          <a:custGeom>
            <a:avLst/>
            <a:gdLst/>
            <a:ahLst/>
            <a:cxnLst/>
            <a:rect l="l" t="t" r="r" b="b"/>
            <a:pathLst>
              <a:path w="18075" h="65507" extrusionOk="0">
                <a:moveTo>
                  <a:pt x="0" y="65507"/>
                </a:moveTo>
                <a:lnTo>
                  <a:pt x="18075" y="47432"/>
                </a:lnTo>
                <a:lnTo>
                  <a:pt x="18075" y="0"/>
                </a:ln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/>
        </p:txBody>
      </p:sp>
      <p:grpSp>
        <p:nvGrpSpPr>
          <p:cNvPr id="804" name="Google Shape;804;p32"/>
          <p:cNvGrpSpPr/>
          <p:nvPr/>
        </p:nvGrpSpPr>
        <p:grpSpPr>
          <a:xfrm rot="10800000" flipH="1">
            <a:off x="7968643" y="3562070"/>
            <a:ext cx="681217" cy="3360485"/>
            <a:chOff x="1337800" y="-2525590"/>
            <a:chExt cx="1498167" cy="7390555"/>
          </a:xfrm>
        </p:grpSpPr>
        <p:cxnSp>
          <p:nvCxnSpPr>
            <p:cNvPr id="805" name="Google Shape;805;p32"/>
            <p:cNvCxnSpPr/>
            <p:nvPr/>
          </p:nvCxnSpPr>
          <p:spPr>
            <a:xfrm rot="10800000">
              <a:off x="1337800" y="-2525590"/>
              <a:ext cx="0" cy="58707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06" name="Google Shape;806;p32"/>
            <p:cNvCxnSpPr/>
            <p:nvPr/>
          </p:nvCxnSpPr>
          <p:spPr>
            <a:xfrm>
              <a:off x="1337800" y="3347125"/>
              <a:ext cx="1158600" cy="11412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807" name="Google Shape;807;p32"/>
            <p:cNvSpPr/>
            <p:nvPr/>
          </p:nvSpPr>
          <p:spPr>
            <a:xfrm rot="5400000">
              <a:off x="2412855" y="4441854"/>
              <a:ext cx="425397" cy="420826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2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08" name="Google Shape;808;p32"/>
          <p:cNvGrpSpPr/>
          <p:nvPr/>
        </p:nvGrpSpPr>
        <p:grpSpPr>
          <a:xfrm rot="-5400000" flipH="1">
            <a:off x="70043" y="-592705"/>
            <a:ext cx="681217" cy="3360485"/>
            <a:chOff x="1337800" y="-2525590"/>
            <a:chExt cx="1498167" cy="7390555"/>
          </a:xfrm>
        </p:grpSpPr>
        <p:cxnSp>
          <p:nvCxnSpPr>
            <p:cNvPr id="809" name="Google Shape;809;p32"/>
            <p:cNvCxnSpPr/>
            <p:nvPr/>
          </p:nvCxnSpPr>
          <p:spPr>
            <a:xfrm rot="10800000">
              <a:off x="1337800" y="-2525590"/>
              <a:ext cx="0" cy="58707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10" name="Google Shape;810;p32"/>
            <p:cNvCxnSpPr/>
            <p:nvPr/>
          </p:nvCxnSpPr>
          <p:spPr>
            <a:xfrm>
              <a:off x="1337800" y="3347125"/>
              <a:ext cx="1158600" cy="11412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811" name="Google Shape;811;p32"/>
            <p:cNvSpPr/>
            <p:nvPr/>
          </p:nvSpPr>
          <p:spPr>
            <a:xfrm rot="5400000">
              <a:off x="2412855" y="4441854"/>
              <a:ext cx="425397" cy="420826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12" name="Google Shape;812;p32"/>
          <p:cNvSpPr/>
          <p:nvPr/>
        </p:nvSpPr>
        <p:spPr>
          <a:xfrm rot="-5400000">
            <a:off x="5572485" y="-2452153"/>
            <a:ext cx="1971347" cy="6005438"/>
          </a:xfrm>
          <a:custGeom>
            <a:avLst/>
            <a:gdLst/>
            <a:ahLst/>
            <a:cxnLst/>
            <a:rect l="l" t="t" r="r" b="b"/>
            <a:pathLst>
              <a:path w="62917" h="191668" extrusionOk="0">
                <a:moveTo>
                  <a:pt x="0" y="0"/>
                </a:moveTo>
                <a:lnTo>
                  <a:pt x="0" y="21836"/>
                </a:lnTo>
                <a:lnTo>
                  <a:pt x="38334" y="60169"/>
                </a:lnTo>
                <a:lnTo>
                  <a:pt x="38334" y="81762"/>
                </a:lnTo>
                <a:lnTo>
                  <a:pt x="22442" y="97654"/>
                </a:lnTo>
                <a:lnTo>
                  <a:pt x="22442" y="116457"/>
                </a:lnTo>
                <a:lnTo>
                  <a:pt x="62917" y="139825"/>
                </a:lnTo>
                <a:lnTo>
                  <a:pt x="62917" y="191668"/>
                </a:ln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/>
        </p:txBody>
      </p:sp>
      <p:sp>
        <p:nvSpPr>
          <p:cNvPr id="813" name="Google Shape;813;p32"/>
          <p:cNvSpPr txBox="1">
            <a:spLocks noGrp="1"/>
          </p:cNvSpPr>
          <p:nvPr>
            <p:ph type="title" idx="4294967295"/>
          </p:nvPr>
        </p:nvSpPr>
        <p:spPr>
          <a:xfrm>
            <a:off x="8424002" y="4559803"/>
            <a:ext cx="525000" cy="3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</a:rPr>
              <a:t>07</a:t>
            </a:r>
          </a:p>
        </p:txBody>
      </p:sp>
      <p:pic>
        <p:nvPicPr>
          <p:cNvPr id="814" name="Google Shape;814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80949" y="498925"/>
            <a:ext cx="943050" cy="943050"/>
          </a:xfrm>
          <a:prstGeom prst="rect">
            <a:avLst/>
          </a:prstGeom>
          <a:noFill/>
          <a:ln>
            <a:noFill/>
          </a:ln>
        </p:spPr>
      </p:pic>
      <p:sp>
        <p:nvSpPr>
          <p:cNvPr id="815" name="Google Shape;815;p32"/>
          <p:cNvSpPr txBox="1">
            <a:spLocks noGrp="1"/>
          </p:cNvSpPr>
          <p:nvPr>
            <p:ph type="title"/>
          </p:nvPr>
        </p:nvSpPr>
        <p:spPr>
          <a:xfrm>
            <a:off x="1136800" y="2008225"/>
            <a:ext cx="3653400" cy="98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6" name="Google Shape;816;p32"/>
          <p:cNvSpPr txBox="1"/>
          <p:nvPr/>
        </p:nvSpPr>
        <p:spPr>
          <a:xfrm>
            <a:off x="383654" y="4665660"/>
            <a:ext cx="5765700" cy="2595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89">
                <a:solidFill>
                  <a:srgbClr val="FFFFFF"/>
                </a:solidFill>
                <a:highlight>
                  <a:schemeClr val="dk2"/>
                </a:highlight>
                <a:latin typeface="IBM Plex Sans"/>
                <a:ea typeface="IBM Plex Sans"/>
                <a:cs typeface="IBM Plex Sans"/>
                <a:sym typeface="IBM Plex Sans"/>
              </a:rPr>
              <a:t>Qiskit Fall Fest 2026 at University of Engineering &amp; Technology Lahore,Narowal Campus</a:t>
            </a:r>
            <a:endParaRPr sz="1089">
              <a:solidFill>
                <a:srgbClr val="FFFFFF"/>
              </a:solidFill>
              <a:highlight>
                <a:schemeClr val="dk2"/>
              </a:highlight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817" name="Google Shape;817;p32"/>
          <p:cNvGrpSpPr/>
          <p:nvPr/>
        </p:nvGrpSpPr>
        <p:grpSpPr>
          <a:xfrm>
            <a:off x="336195" y="4628734"/>
            <a:ext cx="5497730" cy="357310"/>
            <a:chOff x="0" y="-28575"/>
            <a:chExt cx="2228418" cy="222637"/>
          </a:xfrm>
        </p:grpSpPr>
        <p:sp>
          <p:nvSpPr>
            <p:cNvPr id="818" name="Google Shape;818;p32"/>
            <p:cNvSpPr/>
            <p:nvPr/>
          </p:nvSpPr>
          <p:spPr>
            <a:xfrm>
              <a:off x="0" y="0"/>
              <a:ext cx="2228418" cy="194062"/>
            </a:xfrm>
            <a:custGeom>
              <a:avLst/>
              <a:gdLst/>
              <a:ahLst/>
              <a:cxnLst/>
              <a:rect l="l" t="t" r="r" b="b"/>
              <a:pathLst>
                <a:path w="2228418" h="194062" extrusionOk="0">
                  <a:moveTo>
                    <a:pt x="0" y="0"/>
                  </a:moveTo>
                  <a:lnTo>
                    <a:pt x="2228418" y="0"/>
                  </a:lnTo>
                  <a:lnTo>
                    <a:pt x="2228418" y="194062"/>
                  </a:lnTo>
                  <a:lnTo>
                    <a:pt x="0" y="194062"/>
                  </a:lnTo>
                  <a:close/>
                </a:path>
              </a:pathLst>
            </a:custGeom>
            <a:gradFill>
              <a:gsLst>
                <a:gs pos="0">
                  <a:srgbClr val="3C0658">
                    <a:alpha val="34902"/>
                  </a:srgbClr>
                </a:gs>
                <a:gs pos="33330">
                  <a:srgbClr val="3C0658">
                    <a:alpha val="34902"/>
                  </a:srgbClr>
                </a:gs>
                <a:gs pos="66670">
                  <a:srgbClr val="3C0658">
                    <a:alpha val="34902"/>
                  </a:srgbClr>
                </a:gs>
                <a:gs pos="100000">
                  <a:srgbClr val="01FAFA">
                    <a:alpha val="34902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/>
            <a:p/>
          </p:txBody>
        </p:sp>
        <p:sp>
          <p:nvSpPr>
            <p:cNvPr id="819" name="Google Shape;819;p32"/>
            <p:cNvSpPr txBox="1"/>
            <p:nvPr/>
          </p:nvSpPr>
          <p:spPr>
            <a:xfrm>
              <a:off x="0" y="-28575"/>
              <a:ext cx="2228400" cy="22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1475" tIns="21475" rIns="21475" bIns="21475" anchor="ctr" anchorCtr="0">
              <a:noAutofit/>
            </a:bodyPr>
            <a:lstStyle/>
            <a:p>
              <a:pPr marL="0" marR="0" lvl="0" indent="0" algn="ctr" rtl="0">
                <a:lnSpc>
                  <a:spcPct val="124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761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20" name="TextBox 819"/>
          <p:cNvSpPr txBox="1"/>
          <p:nvPr/>
        </p:nvSpPr>
        <p:spPr>
          <a:xfrm>
            <a:off x="960120" y="1965960"/>
            <a:ext cx="3657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0">
                <a:solidFill>
                  <a:srgbClr val="FFFFFF"/>
                </a:solidFill>
                <a:latin typeface="Raleway"/>
              </a:rPr>
              <a:t>THE FOUR STEPS</a:t>
            </a:r>
          </a:p>
        </p:txBody>
      </p:sp>
      <p:sp>
        <p:nvSpPr>
          <p:cNvPr id="821" name="TextBox 820"/>
          <p:cNvSpPr txBox="1"/>
          <p:nvPr/>
        </p:nvSpPr>
        <p:spPr>
          <a:xfrm>
            <a:off x="4224528" y="1920240"/>
            <a:ext cx="1143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>
                <a:solidFill>
                  <a:srgbClr val="FFFFFF"/>
                </a:solidFill>
                <a:latin typeface="Raleway"/>
              </a:rPr>
              <a:t>02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p33"/>
          <p:cNvSpPr txBox="1">
            <a:spLocks noGrp="1"/>
          </p:cNvSpPr>
          <p:nvPr>
            <p:ph type="title" idx="4294967295"/>
          </p:nvPr>
        </p:nvSpPr>
        <p:spPr>
          <a:xfrm>
            <a:off x="8424002" y="4559803"/>
            <a:ext cx="525000" cy="3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srgbClr val="FFFFFF"/>
                </a:solidFill>
                <a:latin typeface="Raleway"/>
              </a:rPr>
              <a:t>08</a:t>
            </a:r>
          </a:p>
        </p:txBody>
      </p:sp>
      <p:sp>
        <p:nvSpPr>
          <p:cNvPr id="860" name="Google Shape;860;p33"/>
          <p:cNvSpPr txBox="1"/>
          <p:nvPr/>
        </p:nvSpPr>
        <p:spPr>
          <a:xfrm>
            <a:off x="383654" y="4665660"/>
            <a:ext cx="5765700" cy="2595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89">
                <a:solidFill>
                  <a:srgbClr val="FFFFFF"/>
                </a:solidFill>
                <a:highlight>
                  <a:schemeClr val="dk2"/>
                </a:highlight>
                <a:latin typeface="IBM Plex Sans"/>
                <a:ea typeface="IBM Plex Sans"/>
                <a:cs typeface="IBM Plex Sans"/>
                <a:sym typeface="IBM Plex Sans"/>
              </a:rPr>
              <a:t>Qiskit Fall Fest 2026 at University of Engineering &amp; Technology Lahore,Narowal Campus</a:t>
            </a:r>
            <a:endParaRPr sz="1089">
              <a:solidFill>
                <a:srgbClr val="FFFFFF"/>
              </a:solidFill>
              <a:highlight>
                <a:schemeClr val="dk2"/>
              </a:highlight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861" name="Google Shape;861;p33"/>
          <p:cNvGrpSpPr/>
          <p:nvPr/>
        </p:nvGrpSpPr>
        <p:grpSpPr>
          <a:xfrm>
            <a:off x="336195" y="4628734"/>
            <a:ext cx="5497730" cy="357310"/>
            <a:chOff x="0" y="-28575"/>
            <a:chExt cx="2228418" cy="222637"/>
          </a:xfrm>
        </p:grpSpPr>
        <p:sp>
          <p:nvSpPr>
            <p:cNvPr id="862" name="Google Shape;862;p33"/>
            <p:cNvSpPr/>
            <p:nvPr/>
          </p:nvSpPr>
          <p:spPr>
            <a:xfrm>
              <a:off x="0" y="0"/>
              <a:ext cx="2228418" cy="194062"/>
            </a:xfrm>
            <a:custGeom>
              <a:avLst/>
              <a:gdLst/>
              <a:ahLst/>
              <a:cxnLst/>
              <a:rect l="l" t="t" r="r" b="b"/>
              <a:pathLst>
                <a:path w="2228418" h="194062" extrusionOk="0">
                  <a:moveTo>
                    <a:pt x="0" y="0"/>
                  </a:moveTo>
                  <a:lnTo>
                    <a:pt x="2228418" y="0"/>
                  </a:lnTo>
                  <a:lnTo>
                    <a:pt x="2228418" y="194062"/>
                  </a:lnTo>
                  <a:lnTo>
                    <a:pt x="0" y="194062"/>
                  </a:lnTo>
                  <a:close/>
                </a:path>
              </a:pathLst>
            </a:custGeom>
            <a:gradFill>
              <a:gsLst>
                <a:gs pos="0">
                  <a:srgbClr val="3C0658">
                    <a:alpha val="34902"/>
                  </a:srgbClr>
                </a:gs>
                <a:gs pos="33330">
                  <a:srgbClr val="3C0658">
                    <a:alpha val="34902"/>
                  </a:srgbClr>
                </a:gs>
                <a:gs pos="66670">
                  <a:srgbClr val="3C0658">
                    <a:alpha val="34902"/>
                  </a:srgbClr>
                </a:gs>
                <a:gs pos="100000">
                  <a:srgbClr val="01FAFA">
                    <a:alpha val="34902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/>
            <a:p/>
          </p:txBody>
        </p:sp>
        <p:sp>
          <p:nvSpPr>
            <p:cNvPr id="863" name="Google Shape;863;p33"/>
            <p:cNvSpPr txBox="1"/>
            <p:nvPr/>
          </p:nvSpPr>
          <p:spPr>
            <a:xfrm>
              <a:off x="0" y="-28575"/>
              <a:ext cx="2228400" cy="22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1475" tIns="21475" rIns="21475" bIns="21475" anchor="ctr" anchorCtr="0">
              <a:noAutofit/>
            </a:bodyPr>
            <a:lstStyle/>
            <a:p>
              <a:pPr marL="0" marR="0" lvl="0" indent="0" algn="ctr" rtl="0">
                <a:lnSpc>
                  <a:spcPct val="124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761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64" name="TextBox 863"/>
          <p:cNvSpPr txBox="1"/>
          <p:nvPr/>
        </p:nvSpPr>
        <p:spPr>
          <a:xfrm>
            <a:off x="658368" y="384048"/>
            <a:ext cx="8503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Raleway"/>
              </a:rPr>
              <a:t>STEP 1: MAP</a:t>
            </a:r>
          </a:p>
        </p:txBody>
      </p:sp>
      <p:sp>
        <p:nvSpPr>
          <p:cNvPr id="865" name="TextBox 864"/>
          <p:cNvSpPr txBox="1"/>
          <p:nvPr/>
        </p:nvSpPr>
        <p:spPr>
          <a:xfrm>
            <a:off x="914400" y="1188720"/>
            <a:ext cx="7132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Hanken Grotesk"/>
              </a:rPr>
              <a:t>Translate the problem into something a quantum computer can run.</a:t>
            </a:r>
          </a:p>
        </p:txBody>
      </p:sp>
      <p:sp>
        <p:nvSpPr>
          <p:cNvPr id="866" name="TextBox 865"/>
          <p:cNvSpPr txBox="1"/>
          <p:nvPr/>
        </p:nvSpPr>
        <p:spPr>
          <a:xfrm>
            <a:off x="731520" y="23317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DCE6"/>
                </a:solidFill>
                <a:latin typeface="Raleway"/>
              </a:rPr>
              <a:t>CIRCUITS</a:t>
            </a:r>
          </a:p>
        </p:txBody>
      </p:sp>
      <p:sp>
        <p:nvSpPr>
          <p:cNvPr id="867" name="TextBox 866"/>
          <p:cNvSpPr txBox="1"/>
          <p:nvPr/>
        </p:nvSpPr>
        <p:spPr>
          <a:xfrm>
            <a:off x="731520" y="2770632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Hanken Grotesk"/>
              </a:rPr>
              <a:t>Gates on qubits</a:t>
            </a:r>
          </a:p>
        </p:txBody>
      </p:sp>
      <p:sp>
        <p:nvSpPr>
          <p:cNvPr id="868" name="TextBox 867"/>
          <p:cNvSpPr txBox="1"/>
          <p:nvPr/>
        </p:nvSpPr>
        <p:spPr>
          <a:xfrm>
            <a:off x="731520" y="3291839"/>
            <a:ext cx="24688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Hanken Grotesk"/>
              </a:rPr>
              <a:t>Encode the problem as a quantum circuit built from gates.</a:t>
            </a:r>
          </a:p>
        </p:txBody>
      </p:sp>
      <p:sp>
        <p:nvSpPr>
          <p:cNvPr id="869" name="TextBox 868"/>
          <p:cNvSpPr txBox="1"/>
          <p:nvPr/>
        </p:nvSpPr>
        <p:spPr>
          <a:xfrm>
            <a:off x="3383280" y="23317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DCE6"/>
                </a:solidFill>
                <a:latin typeface="Raleway"/>
              </a:rPr>
              <a:t>OPERATORS</a:t>
            </a:r>
          </a:p>
        </p:txBody>
      </p:sp>
      <p:sp>
        <p:nvSpPr>
          <p:cNvPr id="870" name="TextBox 869"/>
          <p:cNvSpPr txBox="1"/>
          <p:nvPr/>
        </p:nvSpPr>
        <p:spPr>
          <a:xfrm>
            <a:off x="3383280" y="2770632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Hanken Grotesk"/>
              </a:rPr>
              <a:t>What to measure</a:t>
            </a:r>
          </a:p>
        </p:txBody>
      </p:sp>
      <p:sp>
        <p:nvSpPr>
          <p:cNvPr id="871" name="TextBox 870"/>
          <p:cNvSpPr txBox="1"/>
          <p:nvPr/>
        </p:nvSpPr>
        <p:spPr>
          <a:xfrm>
            <a:off x="3383280" y="3291839"/>
            <a:ext cx="24688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Hanken Grotesk"/>
              </a:rPr>
              <a:t>Define the observables, such as Pauli operators, that you want to estimate.</a:t>
            </a:r>
          </a:p>
        </p:txBody>
      </p:sp>
      <p:sp>
        <p:nvSpPr>
          <p:cNvPr id="872" name="TextBox 871"/>
          <p:cNvSpPr txBox="1"/>
          <p:nvPr/>
        </p:nvSpPr>
        <p:spPr>
          <a:xfrm>
            <a:off x="6035040" y="23317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DCE6"/>
                </a:solidFill>
                <a:latin typeface="Raleway"/>
              </a:rPr>
              <a:t>ABSTRACT VIEW</a:t>
            </a:r>
          </a:p>
        </p:txBody>
      </p:sp>
      <p:sp>
        <p:nvSpPr>
          <p:cNvPr id="873" name="TextBox 872"/>
          <p:cNvSpPr txBox="1"/>
          <p:nvPr/>
        </p:nvSpPr>
        <p:spPr>
          <a:xfrm>
            <a:off x="6035040" y="2770632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Hanken Grotesk"/>
              </a:rPr>
              <a:t>Any device</a:t>
            </a:r>
          </a:p>
        </p:txBody>
      </p:sp>
      <p:sp>
        <p:nvSpPr>
          <p:cNvPr id="874" name="TextBox 873"/>
          <p:cNvSpPr txBox="1"/>
          <p:nvPr/>
        </p:nvSpPr>
        <p:spPr>
          <a:xfrm>
            <a:off x="6035040" y="3291839"/>
            <a:ext cx="24688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Hanken Grotesk"/>
              </a:rPr>
              <a:t>At this stage, nothing depends on a specific quantum device.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p35"/>
          <p:cNvSpPr txBox="1">
            <a:spLocks noGrp="1"/>
          </p:cNvSpPr>
          <p:nvPr>
            <p:ph type="title"/>
          </p:nvPr>
        </p:nvSpPr>
        <p:spPr>
          <a:xfrm>
            <a:off x="1136800" y="2325725"/>
            <a:ext cx="3653400" cy="98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3" name="Google Shape;913;p35"/>
          <p:cNvSpPr/>
          <p:nvPr/>
        </p:nvSpPr>
        <p:spPr>
          <a:xfrm rot="-5400000">
            <a:off x="689075" y="2684117"/>
            <a:ext cx="357300" cy="309016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4" name="Google Shape;914;p35"/>
          <p:cNvSpPr/>
          <p:nvPr/>
        </p:nvSpPr>
        <p:spPr>
          <a:xfrm>
            <a:off x="7016375" y="-1615175"/>
            <a:ext cx="1633483" cy="5920031"/>
          </a:xfrm>
          <a:custGeom>
            <a:avLst/>
            <a:gdLst/>
            <a:ahLst/>
            <a:cxnLst/>
            <a:rect l="l" t="t" r="r" b="b"/>
            <a:pathLst>
              <a:path w="18075" h="65507" extrusionOk="0">
                <a:moveTo>
                  <a:pt x="0" y="65507"/>
                </a:moveTo>
                <a:lnTo>
                  <a:pt x="18075" y="47432"/>
                </a:lnTo>
                <a:lnTo>
                  <a:pt x="18075" y="0"/>
                </a:ln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/>
        </p:txBody>
      </p:sp>
      <p:grpSp>
        <p:nvGrpSpPr>
          <p:cNvPr id="915" name="Google Shape;915;p35"/>
          <p:cNvGrpSpPr/>
          <p:nvPr/>
        </p:nvGrpSpPr>
        <p:grpSpPr>
          <a:xfrm rot="10800000" flipH="1">
            <a:off x="7968643" y="3562070"/>
            <a:ext cx="681217" cy="3360485"/>
            <a:chOff x="1337800" y="-2525590"/>
            <a:chExt cx="1498167" cy="7390555"/>
          </a:xfrm>
        </p:grpSpPr>
        <p:cxnSp>
          <p:nvCxnSpPr>
            <p:cNvPr id="916" name="Google Shape;916;p35"/>
            <p:cNvCxnSpPr/>
            <p:nvPr/>
          </p:nvCxnSpPr>
          <p:spPr>
            <a:xfrm rot="10800000">
              <a:off x="1337800" y="-2525590"/>
              <a:ext cx="0" cy="58707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17" name="Google Shape;917;p35"/>
            <p:cNvCxnSpPr/>
            <p:nvPr/>
          </p:nvCxnSpPr>
          <p:spPr>
            <a:xfrm>
              <a:off x="1337800" y="3347125"/>
              <a:ext cx="1158600" cy="11412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918" name="Google Shape;918;p35"/>
            <p:cNvSpPr/>
            <p:nvPr/>
          </p:nvSpPr>
          <p:spPr>
            <a:xfrm rot="5400000">
              <a:off x="2412855" y="4441854"/>
              <a:ext cx="425397" cy="420826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2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19" name="Google Shape;919;p35"/>
          <p:cNvGrpSpPr/>
          <p:nvPr/>
        </p:nvGrpSpPr>
        <p:grpSpPr>
          <a:xfrm rot="-5400000" flipH="1">
            <a:off x="70043" y="-592705"/>
            <a:ext cx="681217" cy="3360485"/>
            <a:chOff x="1337800" y="-2525590"/>
            <a:chExt cx="1498167" cy="7390555"/>
          </a:xfrm>
        </p:grpSpPr>
        <p:cxnSp>
          <p:nvCxnSpPr>
            <p:cNvPr id="920" name="Google Shape;920;p35"/>
            <p:cNvCxnSpPr/>
            <p:nvPr/>
          </p:nvCxnSpPr>
          <p:spPr>
            <a:xfrm rot="10800000">
              <a:off x="1337800" y="-2525590"/>
              <a:ext cx="0" cy="58707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21" name="Google Shape;921;p35"/>
            <p:cNvCxnSpPr/>
            <p:nvPr/>
          </p:nvCxnSpPr>
          <p:spPr>
            <a:xfrm>
              <a:off x="1337800" y="3347125"/>
              <a:ext cx="1158600" cy="11412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922" name="Google Shape;922;p35"/>
            <p:cNvSpPr/>
            <p:nvPr/>
          </p:nvSpPr>
          <p:spPr>
            <a:xfrm rot="5400000">
              <a:off x="2412855" y="4441854"/>
              <a:ext cx="425397" cy="420826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23" name="Google Shape;923;p35"/>
          <p:cNvSpPr/>
          <p:nvPr/>
        </p:nvSpPr>
        <p:spPr>
          <a:xfrm rot="-5400000">
            <a:off x="5572485" y="-2452153"/>
            <a:ext cx="1971347" cy="6005438"/>
          </a:xfrm>
          <a:custGeom>
            <a:avLst/>
            <a:gdLst/>
            <a:ahLst/>
            <a:cxnLst/>
            <a:rect l="l" t="t" r="r" b="b"/>
            <a:pathLst>
              <a:path w="62917" h="191668" extrusionOk="0">
                <a:moveTo>
                  <a:pt x="0" y="0"/>
                </a:moveTo>
                <a:lnTo>
                  <a:pt x="0" y="21836"/>
                </a:lnTo>
                <a:lnTo>
                  <a:pt x="38334" y="60169"/>
                </a:lnTo>
                <a:lnTo>
                  <a:pt x="38334" y="81762"/>
                </a:lnTo>
                <a:lnTo>
                  <a:pt x="22442" y="97654"/>
                </a:lnTo>
                <a:lnTo>
                  <a:pt x="22442" y="116457"/>
                </a:lnTo>
                <a:lnTo>
                  <a:pt x="62917" y="139825"/>
                </a:lnTo>
                <a:lnTo>
                  <a:pt x="62917" y="191668"/>
                </a:ln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/>
        </p:txBody>
      </p:sp>
      <p:sp>
        <p:nvSpPr>
          <p:cNvPr id="924" name="Google Shape;924;p35"/>
          <p:cNvSpPr txBox="1">
            <a:spLocks noGrp="1"/>
          </p:cNvSpPr>
          <p:nvPr>
            <p:ph type="title" idx="4294967295"/>
          </p:nvPr>
        </p:nvSpPr>
        <p:spPr>
          <a:xfrm>
            <a:off x="8424002" y="4559803"/>
            <a:ext cx="525000" cy="3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</a:rPr>
              <a:t>12</a:t>
            </a:r>
          </a:p>
        </p:txBody>
      </p:sp>
      <p:pic>
        <p:nvPicPr>
          <p:cNvPr id="925" name="Google Shape;925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80949" y="498925"/>
            <a:ext cx="943050" cy="943050"/>
          </a:xfrm>
          <a:prstGeom prst="rect">
            <a:avLst/>
          </a:prstGeom>
          <a:noFill/>
          <a:ln>
            <a:noFill/>
          </a:ln>
        </p:spPr>
      </p:pic>
      <p:sp>
        <p:nvSpPr>
          <p:cNvPr id="926" name="Google Shape;926;p35"/>
          <p:cNvSpPr txBox="1"/>
          <p:nvPr/>
        </p:nvSpPr>
        <p:spPr>
          <a:xfrm>
            <a:off x="383654" y="4665660"/>
            <a:ext cx="5765700" cy="2595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89">
                <a:solidFill>
                  <a:srgbClr val="FFFFFF"/>
                </a:solidFill>
                <a:highlight>
                  <a:schemeClr val="dk2"/>
                </a:highlight>
                <a:latin typeface="IBM Plex Sans"/>
                <a:ea typeface="IBM Plex Sans"/>
                <a:cs typeface="IBM Plex Sans"/>
                <a:sym typeface="IBM Plex Sans"/>
              </a:rPr>
              <a:t>Qiskit Fall Fest 2026 at University of Engineering &amp; Technology Lahore,Narowal Campus</a:t>
            </a:r>
            <a:endParaRPr sz="1089">
              <a:solidFill>
                <a:srgbClr val="FFFFFF"/>
              </a:solidFill>
              <a:highlight>
                <a:schemeClr val="dk2"/>
              </a:highlight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927" name="Google Shape;927;p35"/>
          <p:cNvGrpSpPr/>
          <p:nvPr/>
        </p:nvGrpSpPr>
        <p:grpSpPr>
          <a:xfrm>
            <a:off x="336195" y="4628734"/>
            <a:ext cx="5497730" cy="357310"/>
            <a:chOff x="0" y="-28575"/>
            <a:chExt cx="2228418" cy="222637"/>
          </a:xfrm>
        </p:grpSpPr>
        <p:sp>
          <p:nvSpPr>
            <p:cNvPr id="928" name="Google Shape;928;p35"/>
            <p:cNvSpPr/>
            <p:nvPr/>
          </p:nvSpPr>
          <p:spPr>
            <a:xfrm>
              <a:off x="0" y="0"/>
              <a:ext cx="2228418" cy="194062"/>
            </a:xfrm>
            <a:custGeom>
              <a:avLst/>
              <a:gdLst/>
              <a:ahLst/>
              <a:cxnLst/>
              <a:rect l="l" t="t" r="r" b="b"/>
              <a:pathLst>
                <a:path w="2228418" h="194062" extrusionOk="0">
                  <a:moveTo>
                    <a:pt x="0" y="0"/>
                  </a:moveTo>
                  <a:lnTo>
                    <a:pt x="2228418" y="0"/>
                  </a:lnTo>
                  <a:lnTo>
                    <a:pt x="2228418" y="194062"/>
                  </a:lnTo>
                  <a:lnTo>
                    <a:pt x="0" y="194062"/>
                  </a:lnTo>
                  <a:close/>
                </a:path>
              </a:pathLst>
            </a:custGeom>
            <a:gradFill>
              <a:gsLst>
                <a:gs pos="0">
                  <a:srgbClr val="3C0658">
                    <a:alpha val="34902"/>
                  </a:srgbClr>
                </a:gs>
                <a:gs pos="33330">
                  <a:srgbClr val="3C0658">
                    <a:alpha val="34902"/>
                  </a:srgbClr>
                </a:gs>
                <a:gs pos="66670">
                  <a:srgbClr val="3C0658">
                    <a:alpha val="34902"/>
                  </a:srgbClr>
                </a:gs>
                <a:gs pos="100000">
                  <a:srgbClr val="01FAFA">
                    <a:alpha val="34902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/>
            <a:p/>
          </p:txBody>
        </p:sp>
        <p:sp>
          <p:nvSpPr>
            <p:cNvPr id="929" name="Google Shape;929;p35"/>
            <p:cNvSpPr txBox="1"/>
            <p:nvPr/>
          </p:nvSpPr>
          <p:spPr>
            <a:xfrm>
              <a:off x="0" y="-28575"/>
              <a:ext cx="2228400" cy="22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1475" tIns="21475" rIns="21475" bIns="21475" anchor="ctr" anchorCtr="0">
              <a:noAutofit/>
            </a:bodyPr>
            <a:lstStyle/>
            <a:p>
              <a:pPr marL="0" marR="0" lvl="0" indent="0" algn="ctr" rtl="0">
                <a:lnSpc>
                  <a:spcPct val="124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761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30" name="TextBox 929"/>
          <p:cNvSpPr txBox="1"/>
          <p:nvPr/>
        </p:nvSpPr>
        <p:spPr>
          <a:xfrm>
            <a:off x="960120" y="1965960"/>
            <a:ext cx="3657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0">
                <a:solidFill>
                  <a:srgbClr val="FFFFFF"/>
                </a:solidFill>
                <a:latin typeface="Raleway"/>
              </a:rPr>
              <a:t>IMPLEMENTATION</a:t>
            </a:r>
          </a:p>
        </p:txBody>
      </p:sp>
      <p:sp>
        <p:nvSpPr>
          <p:cNvPr id="931" name="TextBox 930"/>
          <p:cNvSpPr txBox="1"/>
          <p:nvPr/>
        </p:nvSpPr>
        <p:spPr>
          <a:xfrm>
            <a:off x="5120640" y="1920240"/>
            <a:ext cx="1143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>
                <a:solidFill>
                  <a:srgbClr val="FFFFFF"/>
                </a:solidFill>
                <a:latin typeface="Raleway"/>
              </a:rPr>
              <a:t>03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Google Shape;977;p3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600" b="0"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sp>
        <p:nvSpPr>
          <p:cNvPr id="978" name="Google Shape;978;p37"/>
          <p:cNvSpPr txBox="1">
            <a:spLocks noGrp="1"/>
          </p:cNvSpPr>
          <p:nvPr>
            <p:ph type="title" idx="4294967295"/>
          </p:nvPr>
        </p:nvSpPr>
        <p:spPr>
          <a:xfrm>
            <a:off x="8424002" y="4559803"/>
            <a:ext cx="525000" cy="3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srgbClr val="FFFFFF"/>
                </a:solidFill>
                <a:latin typeface="Raleway"/>
              </a:rPr>
              <a:t>13</a:t>
            </a:r>
          </a:p>
        </p:txBody>
      </p:sp>
      <p:sp>
        <p:nvSpPr>
          <p:cNvPr id="979" name="Google Shape;979;p37"/>
          <p:cNvSpPr txBox="1"/>
          <p:nvPr/>
        </p:nvSpPr>
        <p:spPr>
          <a:xfrm>
            <a:off x="383654" y="4665660"/>
            <a:ext cx="5765700" cy="2595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89">
                <a:solidFill>
                  <a:srgbClr val="FFFFFF"/>
                </a:solidFill>
                <a:highlight>
                  <a:schemeClr val="dk2"/>
                </a:highlight>
                <a:latin typeface="IBM Plex Sans"/>
                <a:ea typeface="IBM Plex Sans"/>
                <a:cs typeface="IBM Plex Sans"/>
                <a:sym typeface="IBM Plex Sans"/>
              </a:rPr>
              <a:t>Qiskit Fall Fest 2026 at University of Engineering &amp; Technology Lahore,Narowal Campus</a:t>
            </a:r>
            <a:endParaRPr sz="1089">
              <a:solidFill>
                <a:srgbClr val="FFFFFF"/>
              </a:solidFill>
              <a:highlight>
                <a:schemeClr val="dk2"/>
              </a:highlight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980" name="Google Shape;980;p37"/>
          <p:cNvGrpSpPr/>
          <p:nvPr/>
        </p:nvGrpSpPr>
        <p:grpSpPr>
          <a:xfrm>
            <a:off x="336195" y="4628734"/>
            <a:ext cx="5497730" cy="357310"/>
            <a:chOff x="0" y="-28575"/>
            <a:chExt cx="2228418" cy="222637"/>
          </a:xfrm>
        </p:grpSpPr>
        <p:sp>
          <p:nvSpPr>
            <p:cNvPr id="981" name="Google Shape;981;p37"/>
            <p:cNvSpPr/>
            <p:nvPr/>
          </p:nvSpPr>
          <p:spPr>
            <a:xfrm>
              <a:off x="0" y="0"/>
              <a:ext cx="2228418" cy="194062"/>
            </a:xfrm>
            <a:custGeom>
              <a:avLst/>
              <a:gdLst/>
              <a:ahLst/>
              <a:cxnLst/>
              <a:rect l="l" t="t" r="r" b="b"/>
              <a:pathLst>
                <a:path w="2228418" h="194062" extrusionOk="0">
                  <a:moveTo>
                    <a:pt x="0" y="0"/>
                  </a:moveTo>
                  <a:lnTo>
                    <a:pt x="2228418" y="0"/>
                  </a:lnTo>
                  <a:lnTo>
                    <a:pt x="2228418" y="194062"/>
                  </a:lnTo>
                  <a:lnTo>
                    <a:pt x="0" y="194062"/>
                  </a:lnTo>
                  <a:close/>
                </a:path>
              </a:pathLst>
            </a:custGeom>
            <a:gradFill>
              <a:gsLst>
                <a:gs pos="0">
                  <a:srgbClr val="3C0658">
                    <a:alpha val="34902"/>
                  </a:srgbClr>
                </a:gs>
                <a:gs pos="33330">
                  <a:srgbClr val="3C0658">
                    <a:alpha val="34902"/>
                  </a:srgbClr>
                </a:gs>
                <a:gs pos="66670">
                  <a:srgbClr val="3C0658">
                    <a:alpha val="34902"/>
                  </a:srgbClr>
                </a:gs>
                <a:gs pos="100000">
                  <a:srgbClr val="01FAFA">
                    <a:alpha val="34902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/>
            <a:p/>
          </p:txBody>
        </p:sp>
        <p:sp>
          <p:nvSpPr>
            <p:cNvPr id="982" name="Google Shape;982;p37"/>
            <p:cNvSpPr txBox="1"/>
            <p:nvPr/>
          </p:nvSpPr>
          <p:spPr>
            <a:xfrm>
              <a:off x="0" y="-28575"/>
              <a:ext cx="2228400" cy="22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1475" tIns="21475" rIns="21475" bIns="21475" anchor="ctr" anchorCtr="0">
              <a:noAutofit/>
            </a:bodyPr>
            <a:lstStyle/>
            <a:p>
              <a:pPr marL="0" marR="0" lvl="0" indent="0" algn="ctr" rtl="0">
                <a:lnSpc>
                  <a:spcPct val="124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761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83" name="TextBox 982"/>
          <p:cNvSpPr txBox="1"/>
          <p:nvPr/>
        </p:nvSpPr>
        <p:spPr>
          <a:xfrm>
            <a:off x="658368" y="384048"/>
            <a:ext cx="8503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Raleway"/>
              </a:rPr>
              <a:t>QISKIT PATTERN IN CODE</a:t>
            </a:r>
          </a:p>
        </p:txBody>
      </p:sp>
      <p:sp>
        <p:nvSpPr>
          <p:cNvPr id="984" name="TextBox 983"/>
          <p:cNvSpPr txBox="1"/>
          <p:nvPr/>
        </p:nvSpPr>
        <p:spPr>
          <a:xfrm>
            <a:off x="731520" y="10515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DCE6"/>
                </a:solidFill>
                <a:latin typeface="Raleway"/>
              </a:rPr>
              <a:t>EXAMPLE: BELL STATE</a:t>
            </a:r>
          </a:p>
        </p:txBody>
      </p:sp>
      <p:sp>
        <p:nvSpPr>
          <p:cNvPr id="988" name="Rounded Rectangle 987"/>
          <p:cNvSpPr/>
          <p:nvPr/>
        </p:nvSpPr>
        <p:spPr>
          <a:xfrm>
            <a:off x="640080" y="1371600"/>
            <a:ext cx="6583680" cy="3200400"/>
          </a:xfrm>
          <a:prstGeom prst="roundRect">
            <a:avLst>
              <a:gd name="adj" fmla="val 3000"/>
            </a:avLst>
          </a:prstGeom>
          <a:solidFill>
            <a:srgbClr val="121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5" name="TextBox 984"/>
          <p:cNvSpPr txBox="1"/>
          <p:nvPr/>
        </p:nvSpPr>
        <p:spPr>
          <a:xfrm>
            <a:off x="731520" y="1417320"/>
            <a:ext cx="6492240" cy="3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ourier New"/>
              </a:rPr>
              <a:t># 1. MAP: circuit + observable</a:t>
            </a:r>
          </a:p>
          <a:p>
            <a:pPr algn="l"/>
            <a:r>
              <a:rPr sz="1000" b="0">
                <a:solidFill>
                  <a:srgbClr val="FFFFFF"/>
                </a:solidFill>
                <a:latin typeface="Courier New"/>
              </a:rPr>
              <a:t>qc = QuantumCircuit(2)</a:t>
            </a:r>
          </a:p>
          <a:p>
            <a:pPr algn="l"/>
            <a:r>
              <a:rPr sz="1000" b="0">
                <a:solidFill>
                  <a:srgbClr val="FFFFFF"/>
                </a:solidFill>
                <a:latin typeface="Courier New"/>
              </a:rPr>
              <a:t>qc.h(0); qc.cx(0, 1)</a:t>
            </a:r>
          </a:p>
          <a:p>
            <a:pPr algn="l"/>
            <a:r>
              <a:rPr sz="1000" b="0">
                <a:solidFill>
                  <a:srgbClr val="FFFFFF"/>
                </a:solidFill>
                <a:latin typeface="Courier New"/>
              </a:rPr>
              <a:t>obs = SparsePauliOp("ZZ")</a:t>
            </a:r>
          </a:p>
          <a:p>
            <a:pPr algn="l"/>
            <a:endParaRPr sz="1000"/>
          </a:p>
          <a:p>
            <a:pPr algn="l"/>
            <a:r>
              <a:rPr sz="1000" b="0">
                <a:solidFill>
                  <a:srgbClr val="FFFFFF"/>
                </a:solidFill>
                <a:latin typeface="Courier New"/>
              </a:rPr>
              <a:t># 2. OPTIMIZE: transpile for the backend</a:t>
            </a:r>
          </a:p>
          <a:p>
            <a:pPr algn="l"/>
            <a:r>
              <a:rPr sz="1000" b="0">
                <a:solidFill>
                  <a:srgbClr val="FFFFFF"/>
                </a:solidFill>
                <a:latin typeface="Courier New"/>
              </a:rPr>
              <a:t>service = QiskitRuntimeService()</a:t>
            </a:r>
          </a:p>
          <a:p>
            <a:pPr algn="l"/>
            <a:r>
              <a:rPr sz="1000" b="0">
                <a:solidFill>
                  <a:srgbClr val="FFFFFF"/>
                </a:solidFill>
                <a:latin typeface="Courier New"/>
              </a:rPr>
              <a:t>backend = service.least_busy(simulator=False, operational=True)</a:t>
            </a:r>
          </a:p>
          <a:p>
            <a:pPr algn="l"/>
            <a:r>
              <a:rPr sz="1000" b="0">
                <a:solidFill>
                  <a:srgbClr val="FFFFFF"/>
                </a:solidFill>
                <a:latin typeface="Courier New"/>
              </a:rPr>
              <a:t>pm = generate_preset_pass_manager(</a:t>
            </a:r>
          </a:p>
          <a:p>
            <a:pPr algn="l"/>
            <a:r>
              <a:rPr sz="1000" b="0">
                <a:solidFill>
                  <a:srgbClr val="FFFFFF"/>
                </a:solidFill>
                <a:latin typeface="Courier New"/>
              </a:rPr>
              <a:t>    optimization_level=3, backend=backend)</a:t>
            </a:r>
          </a:p>
          <a:p>
            <a:pPr algn="l"/>
            <a:r>
              <a:rPr sz="1000" b="0">
                <a:solidFill>
                  <a:srgbClr val="FFFFFF"/>
                </a:solidFill>
                <a:latin typeface="Courier New"/>
              </a:rPr>
              <a:t>isa_qc = pm.run(qc)</a:t>
            </a:r>
          </a:p>
          <a:p>
            <a:pPr algn="l"/>
            <a:r>
              <a:rPr sz="1000" b="0">
                <a:solidFill>
                  <a:srgbClr val="FFFFFF"/>
                </a:solidFill>
                <a:latin typeface="Courier New"/>
              </a:rPr>
              <a:t>isa_obs = obs.apply_layout(isa_qc.layout)</a:t>
            </a:r>
          </a:p>
          <a:p>
            <a:pPr algn="l"/>
            <a:endParaRPr sz="1000"/>
          </a:p>
          <a:p>
            <a:pPr algn="l"/>
            <a:r>
              <a:rPr sz="1000" b="0">
                <a:solidFill>
                  <a:srgbClr val="FFFFFF"/>
                </a:solidFill>
                <a:latin typeface="Courier New"/>
              </a:rPr>
              <a:t># 3. EXECUTE: run with the Estimator primitive</a:t>
            </a:r>
          </a:p>
          <a:p>
            <a:pPr algn="l"/>
            <a:r>
              <a:rPr sz="1000" b="0">
                <a:solidFill>
                  <a:srgbClr val="FFFFFF"/>
                </a:solidFill>
                <a:latin typeface="Courier New"/>
              </a:rPr>
              <a:t>job = EstimatorV2(mode=backend).run([(isa_qc, isa_obs)])</a:t>
            </a:r>
          </a:p>
          <a:p>
            <a:pPr algn="l"/>
            <a:endParaRPr sz="1000"/>
          </a:p>
          <a:p>
            <a:pPr algn="l"/>
            <a:r>
              <a:rPr sz="1000" b="0">
                <a:solidFill>
                  <a:srgbClr val="FFFFFF"/>
                </a:solidFill>
                <a:latin typeface="Courier New"/>
              </a:rPr>
              <a:t># 4. POST-PROCESS: read the expectation value</a:t>
            </a:r>
          </a:p>
          <a:p>
            <a:pPr algn="l"/>
            <a:r>
              <a:rPr sz="1000" b="0">
                <a:solidFill>
                  <a:srgbClr val="FFFFFF"/>
                </a:solidFill>
                <a:latin typeface="Courier New"/>
              </a:rPr>
              <a:t>print(job.result()[0].data.evs)</a:t>
            </a:r>
          </a:p>
        </p:txBody>
      </p:sp>
      <p:sp>
        <p:nvSpPr>
          <p:cNvPr id="986" name="TextBox 985"/>
          <p:cNvSpPr txBox="1"/>
          <p:nvPr/>
        </p:nvSpPr>
        <p:spPr>
          <a:xfrm>
            <a:off x="7360920" y="1554480"/>
            <a:ext cx="1600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Hanken Grotesk"/>
              </a:rPr>
              <a:t>One small example covering all four steps. Imports are omitted for space.</a:t>
            </a:r>
          </a:p>
        </p:txBody>
      </p:sp>
      <p:sp>
        <p:nvSpPr>
          <p:cNvPr id="987" name="TextBox 986"/>
          <p:cNvSpPr txBox="1"/>
          <p:nvPr/>
        </p:nvSpPr>
        <p:spPr>
          <a:xfrm>
            <a:off x="7360920" y="3291840"/>
            <a:ext cx="16002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DCE6"/>
                </a:solidFill>
                <a:latin typeface="Raleway"/>
              </a:rPr>
              <a:t>1 Map</a:t>
            </a:r>
          </a:p>
          <a:p>
            <a:pPr algn="l"/>
            <a:r>
              <a:rPr sz="1200" b="1">
                <a:solidFill>
                  <a:srgbClr val="00DCE6"/>
                </a:solidFill>
                <a:latin typeface="Raleway"/>
              </a:rPr>
              <a:t>2 Optimize</a:t>
            </a:r>
          </a:p>
          <a:p>
            <a:pPr algn="l"/>
            <a:r>
              <a:rPr sz="1200" b="1">
                <a:solidFill>
                  <a:srgbClr val="00DCE6"/>
                </a:solidFill>
                <a:latin typeface="Raleway"/>
              </a:rPr>
              <a:t>3 Execute</a:t>
            </a:r>
          </a:p>
          <a:p>
            <a:pPr algn="l"/>
            <a:r>
              <a:rPr sz="1200" b="1">
                <a:solidFill>
                  <a:srgbClr val="00DCE6"/>
                </a:solidFill>
                <a:latin typeface="Raleway"/>
              </a:rPr>
              <a:t>4 Post-process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0" name="Google Shape;1210;p42"/>
          <p:cNvSpPr txBox="1">
            <a:spLocks noGrp="1"/>
          </p:cNvSpPr>
          <p:nvPr>
            <p:ph type="title"/>
          </p:nvPr>
        </p:nvSpPr>
        <p:spPr>
          <a:xfrm>
            <a:off x="1136800" y="2325725"/>
            <a:ext cx="3653400" cy="98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2" name="Google Shape;1212;p42"/>
          <p:cNvSpPr/>
          <p:nvPr/>
        </p:nvSpPr>
        <p:spPr>
          <a:xfrm rot="-5400000">
            <a:off x="689075" y="2684117"/>
            <a:ext cx="357300" cy="309016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3" name="Google Shape;1213;p42"/>
          <p:cNvSpPr/>
          <p:nvPr/>
        </p:nvSpPr>
        <p:spPr>
          <a:xfrm>
            <a:off x="7016375" y="-1615175"/>
            <a:ext cx="1633483" cy="5920031"/>
          </a:xfrm>
          <a:custGeom>
            <a:avLst/>
            <a:gdLst/>
            <a:ahLst/>
            <a:cxnLst/>
            <a:rect l="l" t="t" r="r" b="b"/>
            <a:pathLst>
              <a:path w="18075" h="65507" extrusionOk="0">
                <a:moveTo>
                  <a:pt x="0" y="65507"/>
                </a:moveTo>
                <a:lnTo>
                  <a:pt x="18075" y="47432"/>
                </a:lnTo>
                <a:lnTo>
                  <a:pt x="18075" y="0"/>
                </a:ln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/>
        </p:txBody>
      </p:sp>
      <p:grpSp>
        <p:nvGrpSpPr>
          <p:cNvPr id="1214" name="Google Shape;1214;p42"/>
          <p:cNvGrpSpPr/>
          <p:nvPr/>
        </p:nvGrpSpPr>
        <p:grpSpPr>
          <a:xfrm rot="10800000" flipH="1">
            <a:off x="7968643" y="3562070"/>
            <a:ext cx="681217" cy="3360485"/>
            <a:chOff x="1337800" y="-2525590"/>
            <a:chExt cx="1498167" cy="7390555"/>
          </a:xfrm>
        </p:grpSpPr>
        <p:cxnSp>
          <p:nvCxnSpPr>
            <p:cNvPr id="1215" name="Google Shape;1215;p42"/>
            <p:cNvCxnSpPr/>
            <p:nvPr/>
          </p:nvCxnSpPr>
          <p:spPr>
            <a:xfrm rot="10800000">
              <a:off x="1337800" y="-2525590"/>
              <a:ext cx="0" cy="58707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16" name="Google Shape;1216;p42"/>
            <p:cNvCxnSpPr/>
            <p:nvPr/>
          </p:nvCxnSpPr>
          <p:spPr>
            <a:xfrm>
              <a:off x="1337800" y="3347125"/>
              <a:ext cx="1158600" cy="11412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217" name="Google Shape;1217;p42"/>
            <p:cNvSpPr/>
            <p:nvPr/>
          </p:nvSpPr>
          <p:spPr>
            <a:xfrm rot="5400000">
              <a:off x="2412855" y="4441854"/>
              <a:ext cx="425397" cy="420826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2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18" name="Google Shape;1218;p42"/>
          <p:cNvGrpSpPr/>
          <p:nvPr/>
        </p:nvGrpSpPr>
        <p:grpSpPr>
          <a:xfrm rot="-5400000" flipH="1">
            <a:off x="70043" y="-592705"/>
            <a:ext cx="681217" cy="3360485"/>
            <a:chOff x="1337800" y="-2525590"/>
            <a:chExt cx="1498167" cy="7390555"/>
          </a:xfrm>
        </p:grpSpPr>
        <p:cxnSp>
          <p:nvCxnSpPr>
            <p:cNvPr id="1219" name="Google Shape;1219;p42"/>
            <p:cNvCxnSpPr/>
            <p:nvPr/>
          </p:nvCxnSpPr>
          <p:spPr>
            <a:xfrm rot="10800000">
              <a:off x="1337800" y="-2525590"/>
              <a:ext cx="0" cy="58707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20" name="Google Shape;1220;p42"/>
            <p:cNvCxnSpPr/>
            <p:nvPr/>
          </p:nvCxnSpPr>
          <p:spPr>
            <a:xfrm>
              <a:off x="1337800" y="3347125"/>
              <a:ext cx="1158600" cy="11412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221" name="Google Shape;1221;p42"/>
            <p:cNvSpPr/>
            <p:nvPr/>
          </p:nvSpPr>
          <p:spPr>
            <a:xfrm rot="5400000">
              <a:off x="2412855" y="4441854"/>
              <a:ext cx="425397" cy="420826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22" name="Google Shape;1222;p42"/>
          <p:cNvSpPr/>
          <p:nvPr/>
        </p:nvSpPr>
        <p:spPr>
          <a:xfrm rot="-5400000">
            <a:off x="5572485" y="-2452153"/>
            <a:ext cx="1971347" cy="6005438"/>
          </a:xfrm>
          <a:custGeom>
            <a:avLst/>
            <a:gdLst/>
            <a:ahLst/>
            <a:cxnLst/>
            <a:rect l="l" t="t" r="r" b="b"/>
            <a:pathLst>
              <a:path w="62917" h="191668" extrusionOk="0">
                <a:moveTo>
                  <a:pt x="0" y="0"/>
                </a:moveTo>
                <a:lnTo>
                  <a:pt x="0" y="21836"/>
                </a:lnTo>
                <a:lnTo>
                  <a:pt x="38334" y="60169"/>
                </a:lnTo>
                <a:lnTo>
                  <a:pt x="38334" y="81762"/>
                </a:lnTo>
                <a:lnTo>
                  <a:pt x="22442" y="97654"/>
                </a:lnTo>
                <a:lnTo>
                  <a:pt x="22442" y="116457"/>
                </a:lnTo>
                <a:lnTo>
                  <a:pt x="62917" y="139825"/>
                </a:lnTo>
                <a:lnTo>
                  <a:pt x="62917" y="191668"/>
                </a:ln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/>
        </p:txBody>
      </p:sp>
      <p:sp>
        <p:nvSpPr>
          <p:cNvPr id="1223" name="Google Shape;1223;p42"/>
          <p:cNvSpPr txBox="1">
            <a:spLocks noGrp="1"/>
          </p:cNvSpPr>
          <p:nvPr>
            <p:ph type="title" idx="4294967295"/>
          </p:nvPr>
        </p:nvSpPr>
        <p:spPr>
          <a:xfrm>
            <a:off x="8424002" y="4559803"/>
            <a:ext cx="525000" cy="3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</a:rPr>
              <a:t>10</a:t>
            </a:r>
          </a:p>
        </p:txBody>
      </p:sp>
      <p:pic>
        <p:nvPicPr>
          <p:cNvPr id="1224" name="Google Shape;1224;p4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80949" y="498925"/>
            <a:ext cx="943050" cy="943050"/>
          </a:xfrm>
          <a:prstGeom prst="rect">
            <a:avLst/>
          </a:prstGeom>
          <a:noFill/>
          <a:ln>
            <a:noFill/>
          </a:ln>
        </p:spPr>
      </p:pic>
      <p:sp>
        <p:nvSpPr>
          <p:cNvPr id="1225" name="Google Shape;1225;p42"/>
          <p:cNvSpPr txBox="1"/>
          <p:nvPr/>
        </p:nvSpPr>
        <p:spPr>
          <a:xfrm>
            <a:off x="383654" y="4665660"/>
            <a:ext cx="5765700" cy="2595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89">
                <a:solidFill>
                  <a:srgbClr val="FFFFFF"/>
                </a:solidFill>
                <a:highlight>
                  <a:schemeClr val="dk2"/>
                </a:highlight>
                <a:latin typeface="IBM Plex Sans"/>
                <a:ea typeface="IBM Plex Sans"/>
                <a:cs typeface="IBM Plex Sans"/>
                <a:sym typeface="IBM Plex Sans"/>
              </a:rPr>
              <a:t>Qiskit Fall Fest 2026 at University of Engineering &amp; Technology Lahore,Narowal Campus</a:t>
            </a:r>
            <a:endParaRPr sz="1089">
              <a:solidFill>
                <a:srgbClr val="FFFFFF"/>
              </a:solidFill>
              <a:highlight>
                <a:schemeClr val="dk2"/>
              </a:highlight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1226" name="Google Shape;1226;p42"/>
          <p:cNvGrpSpPr/>
          <p:nvPr/>
        </p:nvGrpSpPr>
        <p:grpSpPr>
          <a:xfrm>
            <a:off x="336195" y="4628734"/>
            <a:ext cx="5497730" cy="357310"/>
            <a:chOff x="0" y="-28575"/>
            <a:chExt cx="2228418" cy="222637"/>
          </a:xfrm>
        </p:grpSpPr>
        <p:sp>
          <p:nvSpPr>
            <p:cNvPr id="1227" name="Google Shape;1227;p42"/>
            <p:cNvSpPr/>
            <p:nvPr/>
          </p:nvSpPr>
          <p:spPr>
            <a:xfrm>
              <a:off x="0" y="0"/>
              <a:ext cx="2228418" cy="194062"/>
            </a:xfrm>
            <a:custGeom>
              <a:avLst/>
              <a:gdLst/>
              <a:ahLst/>
              <a:cxnLst/>
              <a:rect l="l" t="t" r="r" b="b"/>
              <a:pathLst>
                <a:path w="2228418" h="194062" extrusionOk="0">
                  <a:moveTo>
                    <a:pt x="0" y="0"/>
                  </a:moveTo>
                  <a:lnTo>
                    <a:pt x="2228418" y="0"/>
                  </a:lnTo>
                  <a:lnTo>
                    <a:pt x="2228418" y="194062"/>
                  </a:lnTo>
                  <a:lnTo>
                    <a:pt x="0" y="194062"/>
                  </a:lnTo>
                  <a:close/>
                </a:path>
              </a:pathLst>
            </a:custGeom>
            <a:gradFill>
              <a:gsLst>
                <a:gs pos="0">
                  <a:srgbClr val="3C0658">
                    <a:alpha val="34902"/>
                  </a:srgbClr>
                </a:gs>
                <a:gs pos="33330">
                  <a:srgbClr val="3C0658">
                    <a:alpha val="34902"/>
                  </a:srgbClr>
                </a:gs>
                <a:gs pos="66670">
                  <a:srgbClr val="3C0658">
                    <a:alpha val="34902"/>
                  </a:srgbClr>
                </a:gs>
                <a:gs pos="100000">
                  <a:srgbClr val="01FAFA">
                    <a:alpha val="34902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/>
            <a:p/>
          </p:txBody>
        </p:sp>
        <p:sp>
          <p:nvSpPr>
            <p:cNvPr id="1228" name="Google Shape;1228;p42"/>
            <p:cNvSpPr txBox="1"/>
            <p:nvPr/>
          </p:nvSpPr>
          <p:spPr>
            <a:xfrm>
              <a:off x="0" y="-28575"/>
              <a:ext cx="2228400" cy="22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1475" tIns="21475" rIns="21475" bIns="21475" anchor="ctr" anchorCtr="0">
              <a:noAutofit/>
            </a:bodyPr>
            <a:lstStyle/>
            <a:p>
              <a:pPr marL="0" marR="0" lvl="0" indent="0" algn="ctr" rtl="0">
                <a:lnSpc>
                  <a:spcPct val="124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761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29" name="TextBox 1228"/>
          <p:cNvSpPr txBox="1"/>
          <p:nvPr/>
        </p:nvSpPr>
        <p:spPr>
          <a:xfrm>
            <a:off x="658368" y="384048"/>
            <a:ext cx="8503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Raleway"/>
              </a:rPr>
              <a:t>STEP 3: EXECUTE</a:t>
            </a:r>
          </a:p>
        </p:txBody>
      </p:sp>
      <p:sp>
        <p:nvSpPr>
          <p:cNvPr id="1230" name="TextBox 1229"/>
          <p:cNvSpPr txBox="1"/>
          <p:nvPr/>
        </p:nvSpPr>
        <p:spPr>
          <a:xfrm>
            <a:off x="914400" y="1234440"/>
            <a:ext cx="490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Hanken Grotesk"/>
              </a:rPr>
              <a:t>Run the optimized circuits on IBM Quantum hardware.</a:t>
            </a:r>
          </a:p>
        </p:txBody>
      </p:sp>
      <p:sp>
        <p:nvSpPr>
          <p:cNvPr id="1231" name="TextBox 1230"/>
          <p:cNvSpPr txBox="1"/>
          <p:nvPr/>
        </p:nvSpPr>
        <p:spPr>
          <a:xfrm>
            <a:off x="914400" y="2103120"/>
            <a:ext cx="490000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Hanken Grotesk"/>
              </a:rPr>
              <a:t>Qiskit Runtime runs your circuits through primitives.</a:t>
            </a:r>
          </a:p>
          <a:p>
            <a:pPr algn="l"/>
            <a:endParaRPr sz="1700"/>
          </a:p>
          <a:p>
            <a:pPr algn="l"/>
            <a:r>
              <a:rPr sz="1700" b="0">
                <a:solidFill>
                  <a:srgbClr val="FFFFFF"/>
                </a:solidFill>
                <a:latin typeface="Hanken Grotesk"/>
              </a:rPr>
              <a:t>Choose a real device or a simulator.</a:t>
            </a:r>
          </a:p>
          <a:p>
            <a:pPr algn="l"/>
            <a:r>
              <a:rPr sz="1700" b="0">
                <a:solidFill>
                  <a:srgbClr val="FFFFFF"/>
                </a:solidFill>
                <a:latin typeface="Hanken Grotesk"/>
              </a:rPr>
              <a:t>More shots give more reliable statistics.</a:t>
            </a:r>
          </a:p>
        </p:txBody>
      </p:sp>
      <p:sp>
        <p:nvSpPr>
          <p:cNvPr id="1232" name="TextBox 1231"/>
          <p:cNvSpPr txBox="1"/>
          <p:nvPr/>
        </p:nvSpPr>
        <p:spPr>
          <a:xfrm>
            <a:off x="6309360" y="17830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DCE6"/>
                </a:solidFill>
                <a:latin typeface="Raleway"/>
              </a:rPr>
              <a:t>SAMPLER</a:t>
            </a:r>
          </a:p>
        </p:txBody>
      </p:sp>
      <p:sp>
        <p:nvSpPr>
          <p:cNvPr id="1233" name="TextBox 1232"/>
          <p:cNvSpPr txBox="1"/>
          <p:nvPr/>
        </p:nvSpPr>
        <p:spPr>
          <a:xfrm>
            <a:off x="6309360" y="31089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DCE6"/>
                </a:solidFill>
                <a:latin typeface="Raleway"/>
              </a:rPr>
              <a:t>ESTIMATOR</a:t>
            </a:r>
          </a:p>
        </p:txBody>
      </p:sp>
      <p:sp>
        <p:nvSpPr>
          <p:cNvPr id="1234" name="TextBox 1233"/>
          <p:cNvSpPr txBox="1"/>
          <p:nvPr/>
        </p:nvSpPr>
        <p:spPr>
          <a:xfrm>
            <a:off x="6309360" y="352044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Hanken Grotesk"/>
              </a:rPr>
              <a:t>Returns expectation values of the observables you define.</a:t>
            </a:r>
          </a:p>
        </p:txBody>
      </p:sp>
      <p:sp>
        <p:nvSpPr>
          <p:cNvPr id="1235" name="Clone 1235"/>
          <p:cNvSpPr txBox="1"/>
          <p:nvPr/>
        </p:nvSpPr>
        <p:spPr>
          <a:xfrm>
            <a:off x="6309360" y="22402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Hanken Grotesk"/>
              </a:rPr>
              <a:t>Returns the measured bitstrings and their counts.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3" name="Google Shape;1233;p4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600" b="0"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sp>
        <p:nvSpPr>
          <p:cNvPr id="1259" name="Google Shape;1259;p43"/>
          <p:cNvSpPr txBox="1">
            <a:spLocks noGrp="1"/>
          </p:cNvSpPr>
          <p:nvPr>
            <p:ph type="title" idx="4294967295"/>
          </p:nvPr>
        </p:nvSpPr>
        <p:spPr>
          <a:xfrm>
            <a:off x="8424002" y="4559803"/>
            <a:ext cx="525000" cy="3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</a:rPr>
              <a:t>09</a:t>
            </a:r>
          </a:p>
        </p:txBody>
      </p:sp>
      <p:sp>
        <p:nvSpPr>
          <p:cNvPr id="1260" name="Google Shape;1260;p43"/>
          <p:cNvSpPr txBox="1"/>
          <p:nvPr/>
        </p:nvSpPr>
        <p:spPr>
          <a:xfrm>
            <a:off x="383654" y="4665660"/>
            <a:ext cx="5765700" cy="2595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89">
                <a:solidFill>
                  <a:srgbClr val="FFFFFF"/>
                </a:solidFill>
                <a:highlight>
                  <a:schemeClr val="dk2"/>
                </a:highlight>
                <a:latin typeface="IBM Plex Sans"/>
                <a:ea typeface="IBM Plex Sans"/>
                <a:cs typeface="IBM Plex Sans"/>
                <a:sym typeface="IBM Plex Sans"/>
              </a:rPr>
              <a:t>Qiskit Fall Fest 2026 at University of Engineering &amp; Technology Lahore,Narowal Campus</a:t>
            </a:r>
            <a:endParaRPr sz="1089">
              <a:solidFill>
                <a:srgbClr val="FFFFFF"/>
              </a:solidFill>
              <a:highlight>
                <a:schemeClr val="dk2"/>
              </a:highlight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1261" name="Google Shape;1261;p43"/>
          <p:cNvGrpSpPr/>
          <p:nvPr/>
        </p:nvGrpSpPr>
        <p:grpSpPr>
          <a:xfrm>
            <a:off x="336195" y="4628734"/>
            <a:ext cx="5497730" cy="357310"/>
            <a:chOff x="0" y="-28575"/>
            <a:chExt cx="2228418" cy="222637"/>
          </a:xfrm>
        </p:grpSpPr>
        <p:sp>
          <p:nvSpPr>
            <p:cNvPr id="1262" name="Google Shape;1262;p43"/>
            <p:cNvSpPr/>
            <p:nvPr/>
          </p:nvSpPr>
          <p:spPr>
            <a:xfrm>
              <a:off x="0" y="0"/>
              <a:ext cx="2228418" cy="194062"/>
            </a:xfrm>
            <a:custGeom>
              <a:avLst/>
              <a:gdLst/>
              <a:ahLst/>
              <a:cxnLst/>
              <a:rect l="l" t="t" r="r" b="b"/>
              <a:pathLst>
                <a:path w="2228418" h="194062" extrusionOk="0">
                  <a:moveTo>
                    <a:pt x="0" y="0"/>
                  </a:moveTo>
                  <a:lnTo>
                    <a:pt x="2228418" y="0"/>
                  </a:lnTo>
                  <a:lnTo>
                    <a:pt x="2228418" y="194062"/>
                  </a:lnTo>
                  <a:lnTo>
                    <a:pt x="0" y="194062"/>
                  </a:lnTo>
                  <a:close/>
                </a:path>
              </a:pathLst>
            </a:custGeom>
            <a:gradFill>
              <a:gsLst>
                <a:gs pos="0">
                  <a:srgbClr val="3C0658">
                    <a:alpha val="34902"/>
                  </a:srgbClr>
                </a:gs>
                <a:gs pos="33330">
                  <a:srgbClr val="3C0658">
                    <a:alpha val="34902"/>
                  </a:srgbClr>
                </a:gs>
                <a:gs pos="66670">
                  <a:srgbClr val="3C0658">
                    <a:alpha val="34902"/>
                  </a:srgbClr>
                </a:gs>
                <a:gs pos="100000">
                  <a:srgbClr val="01FAFA">
                    <a:alpha val="34902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/>
            <a:p/>
          </p:txBody>
        </p:sp>
        <p:sp>
          <p:nvSpPr>
            <p:cNvPr id="1263" name="Google Shape;1263;p43"/>
            <p:cNvSpPr txBox="1"/>
            <p:nvPr/>
          </p:nvSpPr>
          <p:spPr>
            <a:xfrm>
              <a:off x="0" y="-28575"/>
              <a:ext cx="2228400" cy="22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1475" tIns="21475" rIns="21475" bIns="21475" anchor="ctr" anchorCtr="0">
              <a:noAutofit/>
            </a:bodyPr>
            <a:lstStyle/>
            <a:p>
              <a:pPr marL="0" marR="0" lvl="0" indent="0" algn="ctr" rtl="0">
                <a:lnSpc>
                  <a:spcPct val="124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761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64" name="TextBox 1263"/>
          <p:cNvSpPr txBox="1"/>
          <p:nvPr/>
        </p:nvSpPr>
        <p:spPr>
          <a:xfrm>
            <a:off x="658368" y="384048"/>
            <a:ext cx="8503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Raleway"/>
              </a:rPr>
              <a:t>STEP 2: OPTIMIZE</a:t>
            </a:r>
          </a:p>
        </p:txBody>
      </p:sp>
      <p:sp>
        <p:nvSpPr>
          <p:cNvPr id="1265" name="TextBox 1264"/>
          <p:cNvSpPr txBox="1"/>
          <p:nvPr/>
        </p:nvSpPr>
        <p:spPr>
          <a:xfrm>
            <a:off x="914400" y="12344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DCE6"/>
                </a:solidFill>
                <a:latin typeface="Raleway"/>
              </a:rPr>
              <a:t>BEFORE</a:t>
            </a:r>
          </a:p>
        </p:txBody>
      </p:sp>
      <p:sp>
        <p:nvSpPr>
          <p:cNvPr id="1266" name="TextBox 1265"/>
          <p:cNvSpPr txBox="1"/>
          <p:nvPr/>
        </p:nvSpPr>
        <p:spPr>
          <a:xfrm>
            <a:off x="914400" y="173736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Hanken Grotesk"/>
              </a:rPr>
              <a:t>An abstract circuit that assumes any qubit can talk to any other qubit.</a:t>
            </a:r>
          </a:p>
        </p:txBody>
      </p:sp>
      <p:sp>
        <p:nvSpPr>
          <p:cNvPr id="1267" name="TextBox 1266"/>
          <p:cNvSpPr txBox="1"/>
          <p:nvPr/>
        </p:nvSpPr>
        <p:spPr>
          <a:xfrm>
            <a:off x="4892040" y="12344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DCE6"/>
                </a:solidFill>
                <a:latin typeface="Raleway"/>
              </a:rPr>
              <a:t>AFTER</a:t>
            </a:r>
          </a:p>
        </p:txBody>
      </p:sp>
      <p:sp>
        <p:nvSpPr>
          <p:cNvPr id="1268" name="TextBox 1267"/>
          <p:cNvSpPr txBox="1"/>
          <p:nvPr/>
        </p:nvSpPr>
        <p:spPr>
          <a:xfrm>
            <a:off x="4892040" y="173736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Hanken Grotesk"/>
              </a:rPr>
              <a:t>A shorter circuit rewritten for the chosen device, using its native gates and qubit connections.</a:t>
            </a:r>
          </a:p>
        </p:txBody>
      </p:sp>
      <p:sp>
        <p:nvSpPr>
          <p:cNvPr id="1269" name="TextBox 1268"/>
          <p:cNvSpPr txBox="1"/>
          <p:nvPr/>
        </p:nvSpPr>
        <p:spPr>
          <a:xfrm>
            <a:off x="914400" y="2926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DCE6"/>
                </a:solidFill>
                <a:latin typeface="Raleway"/>
              </a:rPr>
              <a:t>KEY POINT</a:t>
            </a:r>
          </a:p>
        </p:txBody>
      </p:sp>
      <p:sp>
        <p:nvSpPr>
          <p:cNvPr id="1270" name="TextBox 1269"/>
          <p:cNvSpPr txBox="1"/>
          <p:nvPr/>
        </p:nvSpPr>
        <p:spPr>
          <a:xfrm>
            <a:off x="914400" y="3383280"/>
            <a:ext cx="6400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FFFFFF"/>
                </a:solidFill>
                <a:latin typeface="Hanken Grotesk"/>
              </a:rPr>
              <a:t>Qiskit's transpiler does this for you. Optimization levels 0 to 3 trade compile time for a better circuit.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8" name="Google Shape;1268;p4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600" b="0"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sp>
        <p:nvSpPr>
          <p:cNvPr id="1278" name="Google Shape;1278;p44"/>
          <p:cNvSpPr txBox="1"/>
          <p:nvPr/>
        </p:nvSpPr>
        <p:spPr>
          <a:xfrm>
            <a:off x="383654" y="4665660"/>
            <a:ext cx="5765700" cy="2595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89">
                <a:solidFill>
                  <a:srgbClr val="FFFFFF"/>
                </a:solidFill>
                <a:highlight>
                  <a:schemeClr val="dk2"/>
                </a:highlight>
                <a:latin typeface="IBM Plex Sans"/>
                <a:ea typeface="IBM Plex Sans"/>
                <a:cs typeface="IBM Plex Sans"/>
                <a:sym typeface="IBM Plex Sans"/>
              </a:rPr>
              <a:t>Qiskit Fall Fest 2026 at University of Engineering &amp; Technology Lahore,Narowal Campus</a:t>
            </a:r>
            <a:endParaRPr sz="1089">
              <a:solidFill>
                <a:srgbClr val="FFFFFF"/>
              </a:solidFill>
              <a:highlight>
                <a:schemeClr val="dk2"/>
              </a:highlight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1279" name="Google Shape;1279;p44"/>
          <p:cNvGrpSpPr/>
          <p:nvPr/>
        </p:nvGrpSpPr>
        <p:grpSpPr>
          <a:xfrm>
            <a:off x="336195" y="4628734"/>
            <a:ext cx="5497730" cy="357310"/>
            <a:chOff x="0" y="-28575"/>
            <a:chExt cx="2228418" cy="222637"/>
          </a:xfrm>
        </p:grpSpPr>
        <p:sp>
          <p:nvSpPr>
            <p:cNvPr id="1280" name="Google Shape;1280;p44"/>
            <p:cNvSpPr/>
            <p:nvPr/>
          </p:nvSpPr>
          <p:spPr>
            <a:xfrm>
              <a:off x="0" y="0"/>
              <a:ext cx="2228418" cy="194062"/>
            </a:xfrm>
            <a:custGeom>
              <a:avLst/>
              <a:gdLst/>
              <a:ahLst/>
              <a:cxnLst/>
              <a:rect l="l" t="t" r="r" b="b"/>
              <a:pathLst>
                <a:path w="2228418" h="194062" extrusionOk="0">
                  <a:moveTo>
                    <a:pt x="0" y="0"/>
                  </a:moveTo>
                  <a:lnTo>
                    <a:pt x="2228418" y="0"/>
                  </a:lnTo>
                  <a:lnTo>
                    <a:pt x="2228418" y="194062"/>
                  </a:lnTo>
                  <a:lnTo>
                    <a:pt x="0" y="194062"/>
                  </a:lnTo>
                  <a:close/>
                </a:path>
              </a:pathLst>
            </a:custGeom>
            <a:gradFill>
              <a:gsLst>
                <a:gs pos="0">
                  <a:srgbClr val="3C0658">
                    <a:alpha val="34902"/>
                  </a:srgbClr>
                </a:gs>
                <a:gs pos="33330">
                  <a:srgbClr val="3C0658">
                    <a:alpha val="34902"/>
                  </a:srgbClr>
                </a:gs>
                <a:gs pos="66670">
                  <a:srgbClr val="3C0658">
                    <a:alpha val="34902"/>
                  </a:srgbClr>
                </a:gs>
                <a:gs pos="100000">
                  <a:srgbClr val="01FAFA">
                    <a:alpha val="34902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/>
            <a:p/>
          </p:txBody>
        </p:sp>
        <p:sp>
          <p:nvSpPr>
            <p:cNvPr id="1281" name="Google Shape;1281;p44"/>
            <p:cNvSpPr txBox="1"/>
            <p:nvPr/>
          </p:nvSpPr>
          <p:spPr>
            <a:xfrm>
              <a:off x="0" y="-28575"/>
              <a:ext cx="2228400" cy="22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1475" tIns="21475" rIns="21475" bIns="21475" anchor="ctr" anchorCtr="0">
              <a:noAutofit/>
            </a:bodyPr>
            <a:lstStyle/>
            <a:p>
              <a:pPr marL="0" marR="0" lvl="0" indent="0" algn="ctr" rtl="0">
                <a:lnSpc>
                  <a:spcPct val="124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761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82" name="TextBox 1281"/>
          <p:cNvSpPr txBox="1"/>
          <p:nvPr/>
        </p:nvSpPr>
        <p:spPr>
          <a:xfrm>
            <a:off x="658368" y="384048"/>
            <a:ext cx="8503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Raleway"/>
              </a:rPr>
              <a:t>THE FOUR STEPS AT A GLANCE</a:t>
            </a:r>
          </a:p>
        </p:txBody>
      </p:sp>
      <p:sp>
        <p:nvSpPr>
          <p:cNvPr id="1283" name="TextBox 1282"/>
          <p:cNvSpPr txBox="1"/>
          <p:nvPr/>
        </p:nvSpPr>
        <p:spPr>
          <a:xfrm>
            <a:off x="731520" y="1325880"/>
            <a:ext cx="685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0DCE6"/>
                </a:solidFill>
                <a:latin typeface="Raleway"/>
              </a:rPr>
              <a:t>01</a:t>
            </a:r>
          </a:p>
        </p:txBody>
      </p:sp>
      <p:sp>
        <p:nvSpPr>
          <p:cNvPr id="1284" name="TextBox 1283"/>
          <p:cNvSpPr txBox="1"/>
          <p:nvPr/>
        </p:nvSpPr>
        <p:spPr>
          <a:xfrm>
            <a:off x="731520" y="1828800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Raleway"/>
              </a:rPr>
              <a:t>Map</a:t>
            </a:r>
          </a:p>
        </p:txBody>
      </p:sp>
      <p:sp>
        <p:nvSpPr>
          <p:cNvPr id="1285" name="TextBox 1284"/>
          <p:cNvSpPr txBox="1"/>
          <p:nvPr/>
        </p:nvSpPr>
        <p:spPr>
          <a:xfrm>
            <a:off x="731520" y="2377439"/>
            <a:ext cx="17830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Hanken Grotesk"/>
              </a:rPr>
              <a:t>Translate the problem into quantum circuits and operators.</a:t>
            </a:r>
          </a:p>
        </p:txBody>
      </p:sp>
      <p:sp>
        <p:nvSpPr>
          <p:cNvPr id="1286" name="TextBox 1285"/>
          <p:cNvSpPr txBox="1"/>
          <p:nvPr/>
        </p:nvSpPr>
        <p:spPr>
          <a:xfrm>
            <a:off x="2697480" y="1325880"/>
            <a:ext cx="685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0DCE6"/>
                </a:solidFill>
                <a:latin typeface="Raleway"/>
              </a:rPr>
              <a:t>02</a:t>
            </a:r>
          </a:p>
        </p:txBody>
      </p:sp>
      <p:sp>
        <p:nvSpPr>
          <p:cNvPr id="1287" name="TextBox 1286"/>
          <p:cNvSpPr txBox="1"/>
          <p:nvPr/>
        </p:nvSpPr>
        <p:spPr>
          <a:xfrm>
            <a:off x="2697480" y="1828800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Raleway"/>
              </a:rPr>
              <a:t>Optimize</a:t>
            </a:r>
          </a:p>
        </p:txBody>
      </p:sp>
      <p:sp>
        <p:nvSpPr>
          <p:cNvPr id="1288" name="TextBox 1287"/>
          <p:cNvSpPr txBox="1"/>
          <p:nvPr/>
        </p:nvSpPr>
        <p:spPr>
          <a:xfrm>
            <a:off x="2697480" y="2377439"/>
            <a:ext cx="17830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Hanken Grotesk"/>
              </a:rPr>
              <a:t>Transpile the circuits for a specific quantum device.</a:t>
            </a:r>
          </a:p>
        </p:txBody>
      </p:sp>
      <p:sp>
        <p:nvSpPr>
          <p:cNvPr id="1289" name="TextBox 1288"/>
          <p:cNvSpPr txBox="1"/>
          <p:nvPr/>
        </p:nvSpPr>
        <p:spPr>
          <a:xfrm>
            <a:off x="4663440" y="1325880"/>
            <a:ext cx="685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0DCE6"/>
                </a:solidFill>
                <a:latin typeface="Raleway"/>
              </a:rPr>
              <a:t>03</a:t>
            </a:r>
          </a:p>
        </p:txBody>
      </p:sp>
      <p:sp>
        <p:nvSpPr>
          <p:cNvPr id="1290" name="TextBox 1289"/>
          <p:cNvSpPr txBox="1"/>
          <p:nvPr/>
        </p:nvSpPr>
        <p:spPr>
          <a:xfrm>
            <a:off x="4663440" y="1828800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Raleway"/>
              </a:rPr>
              <a:t>Execute</a:t>
            </a:r>
          </a:p>
        </p:txBody>
      </p:sp>
      <p:sp>
        <p:nvSpPr>
          <p:cNvPr id="1291" name="TextBox 1290"/>
          <p:cNvSpPr txBox="1"/>
          <p:nvPr/>
        </p:nvSpPr>
        <p:spPr>
          <a:xfrm>
            <a:off x="4663440" y="2377439"/>
            <a:ext cx="17830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Hanken Grotesk"/>
              </a:rPr>
              <a:t>Run the circuits on IBM hardware or a simulator with Qiskit Runtime.</a:t>
            </a:r>
          </a:p>
        </p:txBody>
      </p:sp>
      <p:sp>
        <p:nvSpPr>
          <p:cNvPr id="1292" name="TextBox 1291"/>
          <p:cNvSpPr txBox="1"/>
          <p:nvPr/>
        </p:nvSpPr>
        <p:spPr>
          <a:xfrm>
            <a:off x="6629400" y="1325880"/>
            <a:ext cx="685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0DCE6"/>
                </a:solidFill>
                <a:latin typeface="Raleway"/>
              </a:rPr>
              <a:t>04</a:t>
            </a:r>
          </a:p>
        </p:txBody>
      </p:sp>
      <p:sp>
        <p:nvSpPr>
          <p:cNvPr id="1293" name="TextBox 1292"/>
          <p:cNvSpPr txBox="1"/>
          <p:nvPr/>
        </p:nvSpPr>
        <p:spPr>
          <a:xfrm>
            <a:off x="6629400" y="1828800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Raleway"/>
              </a:rPr>
              <a:t>Post-process</a:t>
            </a:r>
          </a:p>
        </p:txBody>
      </p:sp>
      <p:sp>
        <p:nvSpPr>
          <p:cNvPr id="1294" name="TextBox 1293"/>
          <p:cNvSpPr txBox="1"/>
          <p:nvPr/>
        </p:nvSpPr>
        <p:spPr>
          <a:xfrm>
            <a:off x="6629400" y="2377439"/>
            <a:ext cx="17830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Hanken Grotesk"/>
              </a:rPr>
              <a:t>Analyze the results and apply error mitigation to get the answer.</a:t>
            </a:r>
          </a:p>
        </p:txBody>
      </p:sp>
      <p:cxnSp>
        <p:nvCxnSpPr>
          <p:cNvPr id="1295" name="Connector 1294"/>
          <p:cNvCxnSpPr/>
          <p:nvPr/>
        </p:nvCxnSpPr>
        <p:spPr>
          <a:xfrm>
            <a:off x="1551520" y="1508760"/>
            <a:ext cx="1085960" cy="0"/>
          </a:xfrm>
          <a:prstGeom prst="line">
            <a:avLst/>
          </a:prstGeom>
          <a:ln w="15875">
            <a:solidFill>
              <a:srgbClr val="00DCE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6" name="Connector 1295"/>
          <p:cNvCxnSpPr/>
          <p:nvPr/>
        </p:nvCxnSpPr>
        <p:spPr>
          <a:xfrm>
            <a:off x="3517480" y="1508760"/>
            <a:ext cx="1085960" cy="0"/>
          </a:xfrm>
          <a:prstGeom prst="line">
            <a:avLst/>
          </a:prstGeom>
          <a:ln w="15875">
            <a:solidFill>
              <a:srgbClr val="00DCE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7" name="Connector 1296"/>
          <p:cNvCxnSpPr/>
          <p:nvPr/>
        </p:nvCxnSpPr>
        <p:spPr>
          <a:xfrm>
            <a:off x="5483440" y="1508760"/>
            <a:ext cx="1085960" cy="0"/>
          </a:xfrm>
          <a:prstGeom prst="line">
            <a:avLst/>
          </a:prstGeom>
          <a:ln w="15875">
            <a:solidFill>
              <a:srgbClr val="00DCE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8" name="Clone 1298"/>
          <p:cNvSpPr txBox="1"/>
          <p:nvPr/>
        </p:nvSpPr>
        <p:spPr>
          <a:xfrm>
            <a:off x="731520" y="3840480"/>
            <a:ext cx="76809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Hanken Grotesk"/>
              </a:rPr>
              <a:t>Together, these four steps make a Qiskit pattern.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6" name="Google Shape;1286;p4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7" name="Google Shape;1287;p45"/>
          <p:cNvSpPr txBox="1">
            <a:spLocks noGrp="1"/>
          </p:cNvSpPr>
          <p:nvPr>
            <p:ph type="subTitle" idx="1"/>
          </p:nvPr>
        </p:nvSpPr>
        <p:spPr>
          <a:xfrm>
            <a:off x="720000" y="1150950"/>
            <a:ext cx="7704000" cy="29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1288" name="Google Shape;1288;p45"/>
          <p:cNvSpPr/>
          <p:nvPr/>
        </p:nvSpPr>
        <p:spPr>
          <a:xfrm rot="5400000">
            <a:off x="5960295" y="4190447"/>
            <a:ext cx="2997102" cy="353913"/>
          </a:xfrm>
          <a:custGeom>
            <a:avLst/>
            <a:gdLst/>
            <a:ahLst/>
            <a:cxnLst/>
            <a:rect l="l" t="t" r="r" b="b"/>
            <a:pathLst>
              <a:path w="258873" h="30569" extrusionOk="0">
                <a:moveTo>
                  <a:pt x="0" y="0"/>
                </a:moveTo>
                <a:lnTo>
                  <a:pt x="76910" y="0"/>
                </a:lnTo>
                <a:lnTo>
                  <a:pt x="107480" y="30569"/>
                </a:lnTo>
                <a:lnTo>
                  <a:pt x="167406" y="30569"/>
                </a:lnTo>
                <a:lnTo>
                  <a:pt x="176418" y="14960"/>
                </a:lnTo>
                <a:lnTo>
                  <a:pt x="258873" y="14960"/>
                </a:lnTo>
                <a:lnTo>
                  <a:pt x="258873" y="10918"/>
                </a:ln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/>
        </p:txBody>
      </p:sp>
      <p:grpSp>
        <p:nvGrpSpPr>
          <p:cNvPr id="1289" name="Google Shape;1289;p45"/>
          <p:cNvGrpSpPr/>
          <p:nvPr/>
        </p:nvGrpSpPr>
        <p:grpSpPr>
          <a:xfrm>
            <a:off x="5923458" y="1569341"/>
            <a:ext cx="3360485" cy="1171564"/>
            <a:chOff x="5923458" y="2066691"/>
            <a:chExt cx="3360485" cy="1171564"/>
          </a:xfrm>
        </p:grpSpPr>
        <p:grpSp>
          <p:nvGrpSpPr>
            <p:cNvPr id="1290" name="Google Shape;1290;p45"/>
            <p:cNvGrpSpPr/>
            <p:nvPr/>
          </p:nvGrpSpPr>
          <p:grpSpPr>
            <a:xfrm rot="-5400000">
              <a:off x="7132284" y="1086595"/>
              <a:ext cx="942834" cy="3360485"/>
              <a:chOff x="6777434" y="2296620"/>
              <a:chExt cx="942834" cy="3360485"/>
            </a:xfrm>
          </p:grpSpPr>
          <p:grpSp>
            <p:nvGrpSpPr>
              <p:cNvPr id="1291" name="Google Shape;1291;p45"/>
              <p:cNvGrpSpPr/>
              <p:nvPr/>
            </p:nvGrpSpPr>
            <p:grpSpPr>
              <a:xfrm rot="10800000">
                <a:off x="6777434" y="2296620"/>
                <a:ext cx="681217" cy="3360485"/>
                <a:chOff x="1337800" y="-2525590"/>
                <a:chExt cx="1498167" cy="7390555"/>
              </a:xfrm>
            </p:grpSpPr>
            <p:cxnSp>
              <p:nvCxnSpPr>
                <p:cNvPr id="1292" name="Google Shape;1292;p45"/>
                <p:cNvCxnSpPr/>
                <p:nvPr/>
              </p:nvCxnSpPr>
              <p:spPr>
                <a:xfrm rot="10800000">
                  <a:off x="1337800" y="-2525590"/>
                  <a:ext cx="0" cy="58707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293" name="Google Shape;1293;p45"/>
                <p:cNvCxnSpPr/>
                <p:nvPr/>
              </p:nvCxnSpPr>
              <p:spPr>
                <a:xfrm>
                  <a:off x="1337800" y="3347125"/>
                  <a:ext cx="1158600" cy="1141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1294" name="Google Shape;1294;p45"/>
                <p:cNvSpPr/>
                <p:nvPr/>
              </p:nvSpPr>
              <p:spPr>
                <a:xfrm rot="5400000">
                  <a:off x="2412855" y="4441854"/>
                  <a:ext cx="425397" cy="4208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295" name="Google Shape;1295;p45"/>
              <p:cNvSpPr/>
              <p:nvPr/>
            </p:nvSpPr>
            <p:spPr>
              <a:xfrm>
                <a:off x="7680212" y="3999936"/>
                <a:ext cx="40056" cy="440880"/>
              </a:xfrm>
              <a:custGeom>
                <a:avLst/>
                <a:gdLst/>
                <a:ahLst/>
                <a:cxnLst/>
                <a:rect l="l" t="t" r="r" b="b"/>
                <a:pathLst>
                  <a:path w="1146" h="12620" extrusionOk="0">
                    <a:moveTo>
                      <a:pt x="573" y="1"/>
                    </a:moveTo>
                    <a:cubicBezTo>
                      <a:pt x="240" y="1"/>
                      <a:pt x="1" y="240"/>
                      <a:pt x="1" y="573"/>
                    </a:cubicBezTo>
                    <a:lnTo>
                      <a:pt x="1" y="12046"/>
                    </a:lnTo>
                    <a:cubicBezTo>
                      <a:pt x="1" y="12351"/>
                      <a:pt x="240" y="12619"/>
                      <a:pt x="573" y="12619"/>
                    </a:cubicBezTo>
                    <a:cubicBezTo>
                      <a:pt x="878" y="12619"/>
                      <a:pt x="1146" y="12351"/>
                      <a:pt x="1146" y="12046"/>
                    </a:cubicBezTo>
                    <a:lnTo>
                      <a:pt x="1146" y="573"/>
                    </a:lnTo>
                    <a:cubicBezTo>
                      <a:pt x="1146" y="240"/>
                      <a:pt x="878" y="1"/>
                      <a:pt x="57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6" name="Google Shape;1296;p45"/>
              <p:cNvSpPr/>
              <p:nvPr/>
            </p:nvSpPr>
            <p:spPr>
              <a:xfrm rot="10800000">
                <a:off x="7160463" y="4347766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7" name="Google Shape;1297;p45"/>
              <p:cNvSpPr/>
              <p:nvPr/>
            </p:nvSpPr>
            <p:spPr>
              <a:xfrm rot="10800000">
                <a:off x="6933883" y="3613321"/>
                <a:ext cx="75100" cy="827502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98" name="Google Shape;1298;p45"/>
            <p:cNvGrpSpPr/>
            <p:nvPr/>
          </p:nvGrpSpPr>
          <p:grpSpPr>
            <a:xfrm rot="5400000">
              <a:off x="7005414" y="2134696"/>
              <a:ext cx="493321" cy="357312"/>
              <a:chOff x="1722354" y="229144"/>
              <a:chExt cx="1748744" cy="1266614"/>
            </a:xfrm>
          </p:grpSpPr>
          <p:sp>
            <p:nvSpPr>
              <p:cNvPr id="1299" name="Google Shape;1299;p45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0" name="Google Shape;1300;p45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301" name="Google Shape;1301;p45"/>
          <p:cNvSpPr txBox="1">
            <a:spLocks noGrp="1"/>
          </p:cNvSpPr>
          <p:nvPr>
            <p:ph type="title" idx="4294967295"/>
          </p:nvPr>
        </p:nvSpPr>
        <p:spPr>
          <a:xfrm>
            <a:off x="8424002" y="4559803"/>
            <a:ext cx="525000" cy="3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srgbClr val="FFFFFF"/>
                </a:solidFill>
                <a:latin typeface="Raleway"/>
              </a:rPr>
              <a:t>14</a:t>
            </a:r>
          </a:p>
        </p:txBody>
      </p:sp>
      <p:sp>
        <p:nvSpPr>
          <p:cNvPr id="1302" name="Google Shape;1302;p45"/>
          <p:cNvSpPr txBox="1"/>
          <p:nvPr/>
        </p:nvSpPr>
        <p:spPr>
          <a:xfrm>
            <a:off x="383654" y="4665660"/>
            <a:ext cx="5765700" cy="2595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89">
                <a:solidFill>
                  <a:srgbClr val="FFFFFF"/>
                </a:solidFill>
                <a:highlight>
                  <a:schemeClr val="dk2"/>
                </a:highlight>
                <a:latin typeface="IBM Plex Sans"/>
                <a:ea typeface="IBM Plex Sans"/>
                <a:cs typeface="IBM Plex Sans"/>
                <a:sym typeface="IBM Plex Sans"/>
              </a:rPr>
              <a:t>Qiskit Fall Fest 2026 at University of Engineering &amp; Technology Lahore,Narowal Campus</a:t>
            </a:r>
            <a:endParaRPr sz="1089">
              <a:solidFill>
                <a:srgbClr val="FFFFFF"/>
              </a:solidFill>
              <a:highlight>
                <a:schemeClr val="dk2"/>
              </a:highlight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1303" name="Google Shape;1303;p45"/>
          <p:cNvGrpSpPr/>
          <p:nvPr/>
        </p:nvGrpSpPr>
        <p:grpSpPr>
          <a:xfrm>
            <a:off x="336195" y="4628734"/>
            <a:ext cx="5497730" cy="357310"/>
            <a:chOff x="0" y="-28575"/>
            <a:chExt cx="2228418" cy="222637"/>
          </a:xfrm>
        </p:grpSpPr>
        <p:sp>
          <p:nvSpPr>
            <p:cNvPr id="1304" name="Google Shape;1304;p45"/>
            <p:cNvSpPr/>
            <p:nvPr/>
          </p:nvSpPr>
          <p:spPr>
            <a:xfrm>
              <a:off x="0" y="0"/>
              <a:ext cx="2228418" cy="194062"/>
            </a:xfrm>
            <a:custGeom>
              <a:avLst/>
              <a:gdLst/>
              <a:ahLst/>
              <a:cxnLst/>
              <a:rect l="l" t="t" r="r" b="b"/>
              <a:pathLst>
                <a:path w="2228418" h="194062" extrusionOk="0">
                  <a:moveTo>
                    <a:pt x="0" y="0"/>
                  </a:moveTo>
                  <a:lnTo>
                    <a:pt x="2228418" y="0"/>
                  </a:lnTo>
                  <a:lnTo>
                    <a:pt x="2228418" y="194062"/>
                  </a:lnTo>
                  <a:lnTo>
                    <a:pt x="0" y="194062"/>
                  </a:lnTo>
                  <a:close/>
                </a:path>
              </a:pathLst>
            </a:custGeom>
            <a:gradFill>
              <a:gsLst>
                <a:gs pos="0">
                  <a:srgbClr val="3C0658">
                    <a:alpha val="34902"/>
                  </a:srgbClr>
                </a:gs>
                <a:gs pos="33330">
                  <a:srgbClr val="3C0658">
                    <a:alpha val="34902"/>
                  </a:srgbClr>
                </a:gs>
                <a:gs pos="66670">
                  <a:srgbClr val="3C0658">
                    <a:alpha val="34902"/>
                  </a:srgbClr>
                </a:gs>
                <a:gs pos="100000">
                  <a:srgbClr val="01FAFA">
                    <a:alpha val="34902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/>
            <a:p/>
          </p:txBody>
        </p:sp>
        <p:sp>
          <p:nvSpPr>
            <p:cNvPr id="1305" name="Google Shape;1305;p45"/>
            <p:cNvSpPr txBox="1"/>
            <p:nvPr/>
          </p:nvSpPr>
          <p:spPr>
            <a:xfrm>
              <a:off x="0" y="-28575"/>
              <a:ext cx="2228400" cy="22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1475" tIns="21475" rIns="21475" bIns="21475" anchor="ctr" anchorCtr="0">
              <a:noAutofit/>
            </a:bodyPr>
            <a:lstStyle/>
            <a:p>
              <a:pPr marL="0" marR="0" lvl="0" indent="0" algn="ctr" rtl="0">
                <a:lnSpc>
                  <a:spcPct val="124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761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06" name="TextBox 1305"/>
          <p:cNvSpPr txBox="1"/>
          <p:nvPr/>
        </p:nvSpPr>
        <p:spPr>
          <a:xfrm>
            <a:off x="658368" y="384048"/>
            <a:ext cx="8503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Raleway"/>
              </a:rPr>
              <a:t>RESOURCES</a:t>
            </a:r>
          </a:p>
        </p:txBody>
      </p:sp>
      <p:sp>
        <p:nvSpPr>
          <p:cNvPr id="1307" name="TextBox 1306"/>
          <p:cNvSpPr txBox="1"/>
          <p:nvPr/>
        </p:nvSpPr>
        <p:spPr>
          <a:xfrm>
            <a:off x="914400" y="1234440"/>
            <a:ext cx="480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DCE6"/>
                </a:solidFill>
                <a:latin typeface="Raleway"/>
              </a:rPr>
              <a:t>IBM QUANTUM LEARNING</a:t>
            </a:r>
          </a:p>
        </p:txBody>
      </p:sp>
      <p:sp>
        <p:nvSpPr>
          <p:cNvPr id="1308" name="TextBox 1307"/>
          <p:cNvSpPr txBox="1"/>
          <p:nvPr/>
        </p:nvSpPr>
        <p:spPr>
          <a:xfrm>
            <a:off x="914400" y="1645920"/>
            <a:ext cx="5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Hanken Grotesk"/>
              </a:rPr>
              <a:t>Qiskit patterns and the Qiskit SDK tutorials.</a:t>
            </a:r>
          </a:p>
        </p:txBody>
      </p:sp>
      <p:sp>
        <p:nvSpPr>
          <p:cNvPr id="1309" name="TextBox 1308"/>
          <p:cNvSpPr txBox="1"/>
          <p:nvPr/>
        </p:nvSpPr>
        <p:spPr>
          <a:xfrm>
            <a:off x="914400" y="2423160"/>
            <a:ext cx="480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DCE6"/>
                </a:solidFill>
                <a:latin typeface="Raleway"/>
              </a:rPr>
              <a:t>QISKIT DOCUMENTATION</a:t>
            </a:r>
          </a:p>
        </p:txBody>
      </p:sp>
      <p:sp>
        <p:nvSpPr>
          <p:cNvPr id="1310" name="TextBox 1309"/>
          <p:cNvSpPr txBox="1"/>
          <p:nvPr/>
        </p:nvSpPr>
        <p:spPr>
          <a:xfrm>
            <a:off x="914400" y="2834640"/>
            <a:ext cx="5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Hanken Grotesk"/>
              </a:rPr>
              <a:t>Transpiler, Qiskit Runtime primitives, and error mitigation guides.</a:t>
            </a:r>
          </a:p>
        </p:txBody>
      </p:sp>
      <p:sp>
        <p:nvSpPr>
          <p:cNvPr id="1311" name="TextBox 1310"/>
          <p:cNvSpPr txBox="1"/>
          <p:nvPr/>
        </p:nvSpPr>
        <p:spPr>
          <a:xfrm>
            <a:off x="914400" y="3611880"/>
            <a:ext cx="480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DCE6"/>
                </a:solidFill>
                <a:latin typeface="Raleway"/>
              </a:rPr>
              <a:t>KEY TAKEAWAY</a:t>
            </a:r>
          </a:p>
        </p:txBody>
      </p:sp>
      <p:sp>
        <p:nvSpPr>
          <p:cNvPr id="1312" name="TextBox 1311"/>
          <p:cNvSpPr txBox="1"/>
          <p:nvPr/>
        </p:nvSpPr>
        <p:spPr>
          <a:xfrm>
            <a:off x="914400" y="4023360"/>
            <a:ext cx="5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Hanken Grotesk"/>
              </a:rPr>
              <a:t>Map, Optimize, Execute, Post-process.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" name="Google Shape;1310;p46"/>
          <p:cNvSpPr txBox="1">
            <a:spLocks noGrp="1"/>
          </p:cNvSpPr>
          <p:nvPr>
            <p:ph type="title"/>
          </p:nvPr>
        </p:nvSpPr>
        <p:spPr>
          <a:xfrm>
            <a:off x="873347" y="1119275"/>
            <a:ext cx="5495400" cy="1199100"/>
          </a:xfrm>
          <a:prstGeom prst="rect">
            <a:avLst/>
          </a:prstGeom>
        </p:spPr>
        <p:txBody>
          <a:bodyPr spcFirstLastPara="1" wrap="square" lIns="112950" tIns="112950" rIns="112950" bIns="1129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4200">
                <a:solidFill>
                  <a:srgbClr val="FFFFFF"/>
                </a:solidFill>
                <a:latin typeface="Raleway"/>
              </a:rPr>
              <a:t>THANKS!</a:t>
            </a:r>
            <a:endParaRPr sz="4201"/>
          </a:p>
        </p:txBody>
      </p:sp>
      <p:sp>
        <p:nvSpPr>
          <p:cNvPr id="1311" name="Google Shape;1311;p46"/>
          <p:cNvSpPr/>
          <p:nvPr/>
        </p:nvSpPr>
        <p:spPr>
          <a:xfrm rot="-5400000">
            <a:off x="367551" y="1527878"/>
            <a:ext cx="441426" cy="381778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12950" tIns="112950" rIns="112950" bIns="1129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12" name="Google Shape;1312;p46"/>
          <p:cNvGrpSpPr/>
          <p:nvPr/>
        </p:nvGrpSpPr>
        <p:grpSpPr>
          <a:xfrm>
            <a:off x="2300981" y="-283244"/>
            <a:ext cx="5859225" cy="1631012"/>
            <a:chOff x="2389175" y="-353800"/>
            <a:chExt cx="5859225" cy="1631012"/>
          </a:xfrm>
        </p:grpSpPr>
        <p:sp>
          <p:nvSpPr>
            <p:cNvPr id="1313" name="Google Shape;1313;p46"/>
            <p:cNvSpPr/>
            <p:nvPr/>
          </p:nvSpPr>
          <p:spPr>
            <a:xfrm>
              <a:off x="2389175" y="-353800"/>
              <a:ext cx="5859225" cy="1137700"/>
            </a:xfrm>
            <a:custGeom>
              <a:avLst/>
              <a:gdLst/>
              <a:ahLst/>
              <a:cxnLst/>
              <a:rect l="l" t="t" r="r" b="b"/>
              <a:pathLst>
                <a:path w="234369" h="45508" extrusionOk="0">
                  <a:moveTo>
                    <a:pt x="0" y="1639"/>
                  </a:moveTo>
                  <a:lnTo>
                    <a:pt x="15636" y="28722"/>
                  </a:lnTo>
                  <a:lnTo>
                    <a:pt x="79093" y="28722"/>
                  </a:lnTo>
                  <a:lnTo>
                    <a:pt x="95879" y="45508"/>
                  </a:lnTo>
                  <a:lnTo>
                    <a:pt x="205255" y="45508"/>
                  </a:lnTo>
                  <a:lnTo>
                    <a:pt x="231529" y="0"/>
                  </a:lnTo>
                  <a:lnTo>
                    <a:pt x="234369" y="1640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1314" name="Google Shape;1314;p46"/>
            <p:cNvGrpSpPr/>
            <p:nvPr/>
          </p:nvGrpSpPr>
          <p:grpSpPr>
            <a:xfrm rot="-5400000">
              <a:off x="5834789" y="851896"/>
              <a:ext cx="493321" cy="357312"/>
              <a:chOff x="1722354" y="229144"/>
              <a:chExt cx="1748744" cy="1266614"/>
            </a:xfrm>
          </p:grpSpPr>
          <p:sp>
            <p:nvSpPr>
              <p:cNvPr id="1315" name="Google Shape;1315;p46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lt2"/>
              </a:solidFill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6" name="Google Shape;1316;p46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1317" name="Google Shape;1317;p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80949" y="692953"/>
            <a:ext cx="943050" cy="943050"/>
          </a:xfrm>
          <a:prstGeom prst="rect">
            <a:avLst/>
          </a:prstGeom>
          <a:noFill/>
          <a:ln>
            <a:noFill/>
          </a:ln>
        </p:spPr>
      </p:pic>
      <p:sp>
        <p:nvSpPr>
          <p:cNvPr id="1318" name="Google Shape;1318;p46"/>
          <p:cNvSpPr txBox="1">
            <a:spLocks noGrp="1"/>
          </p:cNvSpPr>
          <p:nvPr>
            <p:ph type="title" idx="4294967295"/>
          </p:nvPr>
        </p:nvSpPr>
        <p:spPr>
          <a:xfrm>
            <a:off x="8424002" y="4559803"/>
            <a:ext cx="525000" cy="3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srgbClr val="FFFFFF"/>
                </a:solidFill>
                <a:latin typeface="Raleway"/>
              </a:rPr>
              <a:t>15</a:t>
            </a:r>
          </a:p>
        </p:txBody>
      </p:sp>
      <p:pic>
        <p:nvPicPr>
          <p:cNvPr id="1319" name="Google Shape;1319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6712" y="4344823"/>
            <a:ext cx="700544" cy="2479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0" name="Google Shape;1320;p4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979565" y="4350592"/>
            <a:ext cx="571451" cy="247925"/>
          </a:xfrm>
          <a:prstGeom prst="rect">
            <a:avLst/>
          </a:prstGeom>
          <a:noFill/>
          <a:ln>
            <a:noFill/>
          </a:ln>
        </p:spPr>
      </p:pic>
      <p:sp>
        <p:nvSpPr>
          <p:cNvPr id="1321" name="Google Shape;1321;p46"/>
          <p:cNvSpPr txBox="1">
            <a:spLocks noGrp="1"/>
          </p:cNvSpPr>
          <p:nvPr>
            <p:ph type="title"/>
          </p:nvPr>
        </p:nvSpPr>
        <p:spPr>
          <a:xfrm>
            <a:off x="3131275" y="2162550"/>
            <a:ext cx="4691400" cy="131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2800">
                <a:solidFill>
                  <a:srgbClr val="FFFFFF"/>
                </a:solidFill>
                <a:latin typeface="Raleway"/>
              </a:rPr>
              <a:t>DO YOU HAVE ANY QUESTIONS?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322" name="Google Shape;1322;p4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00593" y="4350580"/>
            <a:ext cx="835617" cy="24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3" name="Google Shape;1323;p4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979565" y="4350592"/>
            <a:ext cx="571451" cy="24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4" name="Google Shape;1324;p4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00593" y="4350580"/>
            <a:ext cx="835617" cy="247925"/>
          </a:xfrm>
          <a:prstGeom prst="rect">
            <a:avLst/>
          </a:prstGeom>
          <a:noFill/>
          <a:ln>
            <a:noFill/>
          </a:ln>
        </p:spPr>
      </p:pic>
      <p:sp>
        <p:nvSpPr>
          <p:cNvPr id="1325" name="Google Shape;1325;p46"/>
          <p:cNvSpPr txBox="1"/>
          <p:nvPr/>
        </p:nvSpPr>
        <p:spPr>
          <a:xfrm>
            <a:off x="383654" y="4665660"/>
            <a:ext cx="5765700" cy="2595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89">
                <a:solidFill>
                  <a:srgbClr val="FFFFFF"/>
                </a:solidFill>
                <a:highlight>
                  <a:schemeClr val="dk2"/>
                </a:highlight>
                <a:latin typeface="IBM Plex Sans"/>
                <a:ea typeface="IBM Plex Sans"/>
                <a:cs typeface="IBM Plex Sans"/>
                <a:sym typeface="IBM Plex Sans"/>
              </a:rPr>
              <a:t>Qiskit Fall Fest 2026 at University of Engineering &amp; Technology Lahore,Narowal Campus</a:t>
            </a:r>
            <a:endParaRPr sz="1089">
              <a:solidFill>
                <a:srgbClr val="FFFFFF"/>
              </a:solidFill>
              <a:highlight>
                <a:schemeClr val="dk2"/>
              </a:highlight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pSp>
        <p:nvGrpSpPr>
          <p:cNvPr id="1326" name="Google Shape;1326;p46"/>
          <p:cNvGrpSpPr/>
          <p:nvPr/>
        </p:nvGrpSpPr>
        <p:grpSpPr>
          <a:xfrm>
            <a:off x="336195" y="4628734"/>
            <a:ext cx="5497730" cy="357310"/>
            <a:chOff x="0" y="-28575"/>
            <a:chExt cx="2228418" cy="222637"/>
          </a:xfrm>
        </p:grpSpPr>
        <p:sp>
          <p:nvSpPr>
            <p:cNvPr id="1327" name="Google Shape;1327;p46"/>
            <p:cNvSpPr/>
            <p:nvPr/>
          </p:nvSpPr>
          <p:spPr>
            <a:xfrm>
              <a:off x="0" y="0"/>
              <a:ext cx="2228418" cy="194062"/>
            </a:xfrm>
            <a:custGeom>
              <a:avLst/>
              <a:gdLst/>
              <a:ahLst/>
              <a:cxnLst/>
              <a:rect l="l" t="t" r="r" b="b"/>
              <a:pathLst>
                <a:path w="2228418" h="194062" extrusionOk="0">
                  <a:moveTo>
                    <a:pt x="0" y="0"/>
                  </a:moveTo>
                  <a:lnTo>
                    <a:pt x="2228418" y="0"/>
                  </a:lnTo>
                  <a:lnTo>
                    <a:pt x="2228418" y="194062"/>
                  </a:lnTo>
                  <a:lnTo>
                    <a:pt x="0" y="194062"/>
                  </a:lnTo>
                  <a:close/>
                </a:path>
              </a:pathLst>
            </a:custGeom>
            <a:gradFill>
              <a:gsLst>
                <a:gs pos="0">
                  <a:srgbClr val="3C0658">
                    <a:alpha val="34902"/>
                  </a:srgbClr>
                </a:gs>
                <a:gs pos="33330">
                  <a:srgbClr val="3C0658">
                    <a:alpha val="34902"/>
                  </a:srgbClr>
                </a:gs>
                <a:gs pos="66670">
                  <a:srgbClr val="3C0658">
                    <a:alpha val="34902"/>
                  </a:srgbClr>
                </a:gs>
                <a:gs pos="100000">
                  <a:srgbClr val="01FAFA">
                    <a:alpha val="34902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</p:sp>
        <p:sp>
          <p:nvSpPr>
            <p:cNvPr id="1328" name="Google Shape;1328;p46"/>
            <p:cNvSpPr txBox="1"/>
            <p:nvPr/>
          </p:nvSpPr>
          <p:spPr>
            <a:xfrm>
              <a:off x="0" y="-28575"/>
              <a:ext cx="2228400" cy="22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1475" tIns="21475" rIns="21475" bIns="21475" anchor="ctr" anchorCtr="0">
              <a:noAutofit/>
            </a:bodyPr>
            <a:lstStyle/>
            <a:p>
              <a:pPr marL="0" marR="0" lvl="0" indent="0" algn="ctr" rtl="0">
                <a:lnSpc>
                  <a:spcPct val="124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761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29" name="TextBox 1328"/>
          <p:cNvSpPr txBox="1"/>
          <p:nvPr/>
        </p:nvSpPr>
        <p:spPr>
          <a:xfrm>
            <a:off x="2606040" y="352044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Hanken Grotesk"/>
              </a:rPr>
              <a:t>Saad Ejaz  •  Guest Speaker</a:t>
            </a:r>
          </a:p>
        </p:txBody>
      </p:sp>
      <p:sp>
        <p:nvSpPr>
          <p:cNvPr id="1330" name="TextBox 1329"/>
          <p:cNvSpPr txBox="1"/>
          <p:nvPr/>
        </p:nvSpPr>
        <p:spPr>
          <a:xfrm>
            <a:off x="2788920" y="3977639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0DCE6"/>
                </a:solidFill>
                <a:latin typeface="Raleway"/>
              </a:rPr>
              <a:t>IBM Quantum School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chnology Market Research Pitch Deck by Slidesgo">
  <a:themeElements>
    <a:clrScheme name="Simple Light">
      <a:dk1>
        <a:srgbClr val="FFFFFF"/>
      </a:dk1>
      <a:lt1>
        <a:srgbClr val="00CADA"/>
      </a:lt1>
      <a:dk2>
        <a:srgbClr val="110E24"/>
      </a:dk2>
      <a:lt2>
        <a:srgbClr val="46406B"/>
      </a:lt2>
      <a:accent1>
        <a:srgbClr val="69639C"/>
      </a:accent1>
      <a:accent2>
        <a:srgbClr val="AFAFB6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Words>1131</Words>
  <Application>Microsoft Office PowerPoint</Application>
  <PresentationFormat>On-screen Show (16:9)</PresentationFormat>
  <Paragraphs>229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3" baseType="lpstr">
      <vt:lpstr>IBM Plex Sans</vt:lpstr>
      <vt:lpstr>Raleway Black</vt:lpstr>
      <vt:lpstr>Hanken Grotesk Light</vt:lpstr>
      <vt:lpstr>Anaheim</vt:lpstr>
      <vt:lpstr>Calibri</vt:lpstr>
      <vt:lpstr>Hanken Grotesk</vt:lpstr>
      <vt:lpstr>Arial</vt:lpstr>
      <vt:lpstr>Raleway</vt:lpstr>
      <vt:lpstr>Raleway ExtraBold</vt:lpstr>
      <vt:lpstr>Nunito Light</vt:lpstr>
      <vt:lpstr>Technology Market Research Pitch Deck by Slidesgo</vt:lpstr>
      <vt:lpstr>Foundations — Qubits, Gates &amp; Superposition </vt:lpstr>
      <vt:lpstr>01</vt:lpstr>
      <vt:lpstr>06</vt:lpstr>
      <vt:lpstr>03</vt:lpstr>
      <vt:lpstr>04</vt:lpstr>
      <vt:lpstr>05</vt:lpstr>
      <vt:lpstr>06</vt:lpstr>
      <vt:lpstr>07</vt:lpstr>
      <vt:lpstr>08</vt:lpstr>
      <vt:lpstr>09</vt:lpstr>
      <vt:lpstr>10</vt:lpstr>
      <vt:lpstr>Q4</vt:lpstr>
      <vt:lpstr>12</vt:lpstr>
      <vt:lpstr>13</vt:lpstr>
      <vt:lpstr>14</vt:lpstr>
      <vt:lpstr>15</vt:lpstr>
      <vt:lpstr>16</vt:lpstr>
      <vt:lpstr>17</vt:lpstr>
      <vt:lpstr>18</vt:lpstr>
      <vt:lpstr>19</vt:lpstr>
      <vt:lpstr>20</vt:lpstr>
      <vt:lpstr>21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Fatima Shahzadi</cp:lastModifiedBy>
  <cp:revision>2</cp:revision>
  <dcterms:modified xsi:type="dcterms:W3CDTF">2026-08-24T14:30:15Z</dcterms:modified>
</cp:coreProperties>
</file>