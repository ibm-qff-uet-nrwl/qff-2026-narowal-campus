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Hanken Grotesk" panose="020B0604020202020204" charset="0"/>
      <p:regular r:id="rId27"/>
      <p:bold r:id="rId28"/>
      <p:italic r:id="rId29"/>
      <p:boldItalic r:id="rId30"/>
    </p:embeddedFont>
    <p:embeddedFont>
      <p:font typeface="IBM Plex Sans" panose="020B0503050203000203" pitchFamily="3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aleway Black" pitchFamily="2" charset="0"/>
      <p:bold r:id="rId40"/>
      <p:boldItalic r:id="rId41"/>
    </p:embeddedFont>
    <p:embeddedFont>
      <p:font typeface="Raleway ExtraBold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01A04D-C638-4EFC-8514-7DB338901487}">
  <a:tblStyle styleId="{6001A04D-C638-4EFC-8514-7DB338901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acb4c069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facb4c069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acb4c0697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acb4c0697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facb4c0697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facb4c0697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facb4c069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facb4c069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cb4c06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acb4c06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reepik.com/free-vector/artificial-intelligence-concept-twitter-header_42089917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artificial-intelligence-concept-youtube-thumbnail_42089932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earing-virtual-reality-simulator_13327676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medium-shot-woman-holding-smartphone_23494060.htm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packs/innovation-11?word=tech/?utm_source=slidesgo_template&amp;utm_medium=referral-link&amp;utm_campaign=sg_resources&amp;utm_content=flatic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25"/>
          <p:cNvGrpSpPr/>
          <p:nvPr/>
        </p:nvGrpSpPr>
        <p:grpSpPr>
          <a:xfrm rot="10800000" flipH="1">
            <a:off x="-1034983" y="213757"/>
            <a:ext cx="4791669" cy="923822"/>
            <a:chOff x="-78438" y="3775205"/>
            <a:chExt cx="4791669" cy="923822"/>
          </a:xfrm>
        </p:grpSpPr>
        <p:cxnSp>
          <p:nvCxnSpPr>
            <p:cNvPr id="659" name="Google Shape;659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1" name="Google Shape;661;p25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2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65" name="Google Shape;665;p2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868680" y="15544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Raleway"/>
              </a:rPr>
              <a:t>State Tomography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96112" y="23317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anken Grotesk"/>
              </a:rPr>
              <a:t>Figuring Out Where the Needle Really Points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914400" y="3154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914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 txBox="1">
            <a:spLocks noGrp="1"/>
          </p:cNvSpPr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3000" dirty="0"/>
          </a:p>
        </p:txBody>
      </p:sp>
      <p:pic>
        <p:nvPicPr>
          <p:cNvPr id="682" name="Google Shape;68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684" name="Google Shape;684;p26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</a:pPr>
            <a:endParaRPr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88" name="Google Shape;688;p2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TextBox 68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SPEAKER INTRODUCTION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anken Grotesk"/>
              </a:rPr>
              <a:t>Saad Ejaz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Guest Speaker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26060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Computer Engineering student and IBM Quantum School tutor, introducing state tomography from the Bloch-sphere picture and building toward measurement-based state reconstruction.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7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02</a:t>
            </a:r>
            <a:endParaRPr/>
          </a:p>
        </p:txBody>
      </p:sp>
      <p:sp>
        <p:nvSpPr>
          <p:cNvPr id="696" name="Google Shape;696;p27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97" name="Google Shape;697;p27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8" name="Google Shape;698;p27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99" name="Google Shape;699;p27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00" name="Google Shape;700;p27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01" name="Google Shape;701;p27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9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03" name="Google Shape;703;p27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7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7"/>
          <p:cNvSpPr txBox="1">
            <a:spLocks noGrp="1"/>
          </p:cNvSpPr>
          <p:nvPr>
            <p:ph type="subTitle" idx="15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27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07" name="Google Shape;707;p27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8" name="Google Shape;708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78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54"/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7850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78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/>
          </p:txBody>
        </p:sp>
      </p:grpSp>
      <p:sp>
        <p:nvSpPr>
          <p:cNvPr id="711" name="Google Shape;711;p27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</a:t>
            </a:r>
            <a:r>
              <a:rPr lang="en" sz="1600"/>
              <a:t>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12" name="Google Shape;712;p2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2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14" name="Google Shape;714;p2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15" name="Google Shape;715;p2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TextBox 71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TABLE OF CONTENTS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6012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6916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Measurement Problem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60120" y="16459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02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691640" y="16459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Measuring From Multiple Bases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6012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03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69164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Reconstructing the Bloch Vector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6012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04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691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Basic Qiskit Implementation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960120" y="3291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05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69164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Visualization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9601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691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Results &amp;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"/>
          <p:cNvSpPr txBox="1">
            <a:spLocks noGrp="1"/>
          </p:cNvSpPr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QISKIT FALL FEST?</a:t>
            </a:r>
            <a:endParaRPr dirty="0"/>
          </a:p>
        </p:txBody>
      </p:sp>
      <p:sp>
        <p:nvSpPr>
          <p:cNvPr id="721" name="Google Shape;721;p28"/>
          <p:cNvSpPr txBox="1">
            <a:spLocks noGrp="1"/>
          </p:cNvSpPr>
          <p:nvPr>
            <p:ph type="subTitle" idx="1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Hanken Grotesk"/>
              </a:rPr>
              <a:t>A beginner-friendly session on reconstructing an unknown single-qubit state from repeated measurements in different bases.</a:t>
            </a:r>
            <a:endParaRPr dirty="0"/>
          </a:p>
        </p:txBody>
      </p:sp>
      <p:pic>
        <p:nvPicPr>
          <p:cNvPr id="722" name="Google Shape;72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</p:spPr>
      </p:pic>
      <p:sp>
        <p:nvSpPr>
          <p:cNvPr id="723" name="Google Shape;723;p28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8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26" name="Google Shape;726;p2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8" name="Google Shape;728;p2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9" name="Google Shape;729;p2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9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03</a:t>
            </a:r>
            <a:endParaRPr/>
          </a:p>
        </p:txBody>
      </p:sp>
      <p:sp>
        <p:nvSpPr>
          <p:cNvPr id="736" name="Google Shape;736;p29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738" name="Google Shape;738;p29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39" name="Google Shape;739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1" name="Google Shape;741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9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3" name="Google Shape;743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5" name="Google Shape;745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29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747" name="Google Shape;747;p2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48" name="Google Shape;7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50" name="Google Shape;750;p2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1" name="Google Shape;751;p2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52" name="Google Shape;752;p2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TextBox 75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INTRODUCTION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0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0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0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0"/>
          <p:cNvSpPr txBox="1">
            <a:spLocks noGrp="1"/>
          </p:cNvSpPr>
          <p:nvPr>
            <p:ph type="subTitle" idx="3"/>
          </p:nvPr>
        </p:nvSpPr>
        <p:spPr>
          <a:xfrm>
            <a:off x="1671275" y="2041650"/>
            <a:ext cx="29007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4802944" y="1737588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1747457" y="1737475"/>
            <a:ext cx="345150" cy="345125"/>
          </a:xfrm>
          <a:custGeom>
            <a:avLst/>
            <a:gdLst/>
            <a:ahLst/>
            <a:cxnLst/>
            <a:rect l="l" t="t" r="r" b="b"/>
            <a:pathLst>
              <a:path w="13806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04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65" name="Google Shape;765;p3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66" name="Google Shape;766;p3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67" name="Google Shape;767;p3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68" name="Google Shape;768;p3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TextBox 76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MEASUREMENT PROBLEM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You already know a qubit's state is a needle pointing somewhere on the Bloch sphere.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914400" y="196596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But you cannot directly see which way it points. The instant you measure it, the needle collapses to |0⟩ or |1⟩ — the original direction is gone.
If the same unknown state is prepared again and again, how can we discover where the needle was pointing?</a:t>
            </a:r>
          </a:p>
        </p:txBody>
      </p:sp>
      <p:pic>
        <p:nvPicPr>
          <p:cNvPr id="772" name="Picture 7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344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1"/>
          <p:cNvSpPr txBox="1">
            <a:spLocks noGrp="1"/>
          </p:cNvSpPr>
          <p:nvPr>
            <p:ph type="subTitle" idx="4"/>
          </p:nvPr>
        </p:nvSpPr>
        <p:spPr>
          <a:xfrm>
            <a:off x="1090025" y="2074573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75" name="Google Shape;775;p31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1"/>
          <p:cNvSpPr txBox="1">
            <a:spLocks noGrp="1"/>
          </p:cNvSpPr>
          <p:nvPr>
            <p:ph type="subTitle" idx="1"/>
          </p:nvPr>
        </p:nvSpPr>
        <p:spPr>
          <a:xfrm>
            <a:off x="1090025" y="2304327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1"/>
          <p:cNvSpPr txBox="1">
            <a:spLocks noGrp="1"/>
          </p:cNvSpPr>
          <p:nvPr>
            <p:ph type="subTitle" idx="2"/>
          </p:nvPr>
        </p:nvSpPr>
        <p:spPr>
          <a:xfrm>
            <a:off x="3501728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1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1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0" name="Google Shape;780;p31"/>
          <p:cNvGrpSpPr/>
          <p:nvPr/>
        </p:nvGrpSpPr>
        <p:grpSpPr>
          <a:xfrm>
            <a:off x="5989625" y="1730775"/>
            <a:ext cx="289600" cy="345150"/>
            <a:chOff x="4801988" y="3797375"/>
            <a:chExt cx="289600" cy="345150"/>
          </a:xfrm>
        </p:grpSpPr>
        <p:sp>
          <p:nvSpPr>
            <p:cNvPr id="781" name="Google Shape;781;p31"/>
            <p:cNvSpPr/>
            <p:nvPr/>
          </p:nvSpPr>
          <p:spPr>
            <a:xfrm>
              <a:off x="4916238" y="3885675"/>
              <a:ext cx="60825" cy="60775"/>
            </a:xfrm>
            <a:custGeom>
              <a:avLst/>
              <a:gdLst/>
              <a:ahLst/>
              <a:cxnLst/>
              <a:rect l="l" t="t" r="r" b="b"/>
              <a:pathLst>
                <a:path w="2433" h="2431" extrusionOk="0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4801988" y="3797375"/>
              <a:ext cx="289600" cy="345150"/>
            </a:xfrm>
            <a:custGeom>
              <a:avLst/>
              <a:gdLst/>
              <a:ahLst/>
              <a:cxnLst/>
              <a:rect l="l" t="t" r="r" b="b"/>
              <a:pathLst>
                <a:path w="11584" h="13806" extrusionOk="0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4841688" y="3838625"/>
              <a:ext cx="210125" cy="269500"/>
            </a:xfrm>
            <a:custGeom>
              <a:avLst/>
              <a:gdLst/>
              <a:ahLst/>
              <a:cxnLst/>
              <a:rect l="l" t="t" r="r" b="b"/>
              <a:pathLst>
                <a:path w="8405" h="10780" extrusionOk="0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4" name="Google Shape;784;p31"/>
          <p:cNvGrpSpPr/>
          <p:nvPr/>
        </p:nvGrpSpPr>
        <p:grpSpPr>
          <a:xfrm>
            <a:off x="3577913" y="1730775"/>
            <a:ext cx="347475" cy="345150"/>
            <a:chOff x="4744113" y="3243975"/>
            <a:chExt cx="347475" cy="345150"/>
          </a:xfrm>
        </p:grpSpPr>
        <p:sp>
          <p:nvSpPr>
            <p:cNvPr id="785" name="Google Shape;785;p31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9" name="Google Shape;789;p31"/>
          <p:cNvGrpSpPr/>
          <p:nvPr/>
        </p:nvGrpSpPr>
        <p:grpSpPr>
          <a:xfrm>
            <a:off x="1166213" y="1730850"/>
            <a:ext cx="346325" cy="345000"/>
            <a:chOff x="1725463" y="2681050"/>
            <a:chExt cx="346325" cy="345000"/>
          </a:xfrm>
        </p:grpSpPr>
        <p:sp>
          <p:nvSpPr>
            <p:cNvPr id="790" name="Google Shape;790;p31"/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792" name="Google Shape;792;p3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05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93" name="Google Shape;793;p3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5" name="Google Shape;795;p3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96" name="Google Shape;796;p3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7" name="TextBox 79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KEY CONCEPTS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8686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UNKNOWN STATE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86868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The qubit is prepared in the same unknown state repeatedly.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80644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REPEATED DATA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80644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Each measurement gives only a limited piece of information.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86868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MULTIPLE BASES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86868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Measure along Z, X, and Y to recover three coordinates.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80644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RECONSTRUCTION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80644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Combine the three coordinates to rebuild the Bloch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2"/>
          <p:cNvSpPr txBox="1">
            <a:spLocks noGrp="1"/>
          </p:cNvSpPr>
          <p:nvPr>
            <p:ph type="title" idx="2"/>
          </p:nvPr>
        </p:nvSpPr>
        <p:spPr>
          <a:xfrm>
            <a:off x="5407711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06</a:t>
            </a:r>
            <a:endParaRPr/>
          </a:p>
        </p:txBody>
      </p:sp>
      <p:sp>
        <p:nvSpPr>
          <p:cNvPr id="802" name="Google Shape;802;p32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804" name="Google Shape;804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05" name="Google Shape;805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7" name="Google Shape;807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09" name="Google Shape;809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1" name="Google Shape;811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813" name="Google Shape;813;p3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814" name="Google Shape;8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2"/>
          <p:cNvSpPr txBox="1">
            <a:spLocks noGrp="1"/>
          </p:cNvSpPr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18" name="Google Shape;818;p3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19" name="Google Shape;819;p3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TextBox 81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MEASUREMENT BASES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3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3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3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3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3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3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3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3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3" name="Google Shape;833;p33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34" name="Google Shape;834;p33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39" name="Google Shape;839;p33"/>
          <p:cNvGrpSpPr/>
          <p:nvPr/>
        </p:nvGrpSpPr>
        <p:grpSpPr>
          <a:xfrm>
            <a:off x="4628575" y="2913438"/>
            <a:ext cx="345150" cy="345150"/>
            <a:chOff x="1696838" y="3797375"/>
            <a:chExt cx="345150" cy="345150"/>
          </a:xfrm>
        </p:grpSpPr>
        <p:sp>
          <p:nvSpPr>
            <p:cNvPr id="840" name="Google Shape;840;p33"/>
            <p:cNvSpPr/>
            <p:nvPr/>
          </p:nvSpPr>
          <p:spPr>
            <a:xfrm>
              <a:off x="1696838" y="3797375"/>
              <a:ext cx="345150" cy="345150"/>
            </a:xfrm>
            <a:custGeom>
              <a:avLst/>
              <a:gdLst/>
              <a:ahLst/>
              <a:cxnLst/>
              <a:rect l="l" t="t" r="r" b="b"/>
              <a:pathLst>
                <a:path w="13806" h="13806" extrusionOk="0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1959838" y="3891775"/>
              <a:ext cx="41475" cy="20225"/>
            </a:xfrm>
            <a:custGeom>
              <a:avLst/>
              <a:gdLst/>
              <a:ahLst/>
              <a:cxnLst/>
              <a:rect l="l" t="t" r="r" b="b"/>
              <a:pathLst>
                <a:path w="1659" h="809" extrusionOk="0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1952188" y="383807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1952188" y="3935650"/>
              <a:ext cx="40700" cy="30450"/>
            </a:xfrm>
            <a:custGeom>
              <a:avLst/>
              <a:gdLst/>
              <a:ahLst/>
              <a:cxnLst/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1737438" y="3891775"/>
              <a:ext cx="41550" cy="20225"/>
            </a:xfrm>
            <a:custGeom>
              <a:avLst/>
              <a:gdLst/>
              <a:ahLst/>
              <a:cxnLst/>
              <a:rect l="l" t="t" r="r" b="b"/>
              <a:pathLst>
                <a:path w="1662" h="809" extrusionOk="0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1745938" y="383807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1745938" y="3935650"/>
              <a:ext cx="40625" cy="30450"/>
            </a:xfrm>
            <a:custGeom>
              <a:avLst/>
              <a:gdLst/>
              <a:ahLst/>
              <a:cxnLst/>
              <a:rect l="l" t="t" r="r" b="b"/>
              <a:pathLst>
                <a:path w="1625" h="1218" extrusionOk="0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47" name="Google Shape;847;p33"/>
          <p:cNvGrpSpPr/>
          <p:nvPr/>
        </p:nvGrpSpPr>
        <p:grpSpPr>
          <a:xfrm>
            <a:off x="838188" y="2913425"/>
            <a:ext cx="305475" cy="345175"/>
            <a:chOff x="1017663" y="3243950"/>
            <a:chExt cx="305475" cy="345175"/>
          </a:xfrm>
        </p:grpSpPr>
        <p:sp>
          <p:nvSpPr>
            <p:cNvPr id="848" name="Google Shape;848;p33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51" name="Google Shape;851;p33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52" name="Google Shape;852;p33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59" name="Google Shape;859;p3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07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860" name="Google Shape;860;p3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1" name="Google Shape;861;p3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62" name="Google Shape;862;p3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63" name="Google Shape;863;p3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TextBox 8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MEASURING FROM MULTIPLE BASES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914400" y="1188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A single measurement gives only “up” or “down” — one bit of information. That is not enough to determine a 3D direction.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914400" y="2331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Z DIRECTION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914400" y="2770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Straight up / down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914400" y="3291839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ordinary computational-basis measurement.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3749039" y="2331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X DIRECTION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3749039" y="2770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Left / right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3749039" y="3291839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Apply an H gate first, then measure.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6583680" y="2331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Y DIRECTION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6583680" y="2770632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Front / back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6583680" y="3291839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Use a different basis-changing operation, then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4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4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4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4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4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4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4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4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4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4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4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4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1" name="Google Shape;881;p34"/>
          <p:cNvGrpSpPr/>
          <p:nvPr/>
        </p:nvGrpSpPr>
        <p:grpSpPr>
          <a:xfrm>
            <a:off x="3653713" y="2760888"/>
            <a:ext cx="345150" cy="345075"/>
            <a:chOff x="7036288" y="2118050"/>
            <a:chExt cx="345150" cy="345075"/>
          </a:xfrm>
        </p:grpSpPr>
        <p:sp>
          <p:nvSpPr>
            <p:cNvPr id="882" name="Google Shape;882;p34"/>
            <p:cNvSpPr/>
            <p:nvPr/>
          </p:nvSpPr>
          <p:spPr>
            <a:xfrm>
              <a:off x="7117838" y="2199825"/>
              <a:ext cx="181750" cy="181825"/>
            </a:xfrm>
            <a:custGeom>
              <a:avLst/>
              <a:gdLst/>
              <a:ahLst/>
              <a:cxnLst/>
              <a:rect l="l" t="t" r="r" b="b"/>
              <a:pathLst>
                <a:path w="7270" h="7273" extrusionOk="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7036288" y="2118050"/>
              <a:ext cx="345150" cy="345075"/>
            </a:xfrm>
            <a:custGeom>
              <a:avLst/>
              <a:gdLst/>
              <a:ahLst/>
              <a:cxnLst/>
              <a:rect l="l" t="t" r="r" b="b"/>
              <a:pathLst>
                <a:path w="13806" h="13803" extrusionOk="0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84" name="Google Shape;884;p34"/>
          <p:cNvGrpSpPr/>
          <p:nvPr/>
        </p:nvGrpSpPr>
        <p:grpSpPr>
          <a:xfrm>
            <a:off x="6051525" y="2760800"/>
            <a:ext cx="346000" cy="345250"/>
            <a:chOff x="7773588" y="2117875"/>
            <a:chExt cx="346000" cy="345250"/>
          </a:xfrm>
        </p:grpSpPr>
        <p:sp>
          <p:nvSpPr>
            <p:cNvPr id="885" name="Google Shape;885;p34"/>
            <p:cNvSpPr/>
            <p:nvPr/>
          </p:nvSpPr>
          <p:spPr>
            <a:xfrm>
              <a:off x="7936288" y="2232300"/>
              <a:ext cx="20500" cy="40625"/>
            </a:xfrm>
            <a:custGeom>
              <a:avLst/>
              <a:gdLst/>
              <a:ahLst/>
              <a:cxnLst/>
              <a:rect l="l" t="t" r="r" b="b"/>
              <a:pathLst>
                <a:path w="820" h="1625" extrusionOk="0">
                  <a:moveTo>
                    <a:pt x="410" y="1"/>
                  </a:moveTo>
                  <a:cubicBezTo>
                    <a:pt x="189" y="1"/>
                    <a:pt x="1" y="186"/>
                    <a:pt x="1" y="410"/>
                  </a:cubicBezTo>
                  <a:lnTo>
                    <a:pt x="1" y="1215"/>
                  </a:lnTo>
                  <a:cubicBezTo>
                    <a:pt x="1" y="1437"/>
                    <a:pt x="189" y="1625"/>
                    <a:pt x="410" y="1625"/>
                  </a:cubicBezTo>
                  <a:cubicBezTo>
                    <a:pt x="632" y="1625"/>
                    <a:pt x="820" y="1437"/>
                    <a:pt x="820" y="1215"/>
                  </a:cubicBezTo>
                  <a:lnTo>
                    <a:pt x="820" y="410"/>
                  </a:lnTo>
                  <a:cubicBezTo>
                    <a:pt x="820" y="186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7773588" y="2117875"/>
              <a:ext cx="346000" cy="345250"/>
            </a:xfrm>
            <a:custGeom>
              <a:avLst/>
              <a:gdLst/>
              <a:ahLst/>
              <a:cxnLst/>
              <a:rect l="l" t="t" r="r" b="b"/>
              <a:pathLst>
                <a:path w="13840" h="13810" extrusionOk="0">
                  <a:moveTo>
                    <a:pt x="6918" y="872"/>
                  </a:moveTo>
                  <a:cubicBezTo>
                    <a:pt x="7491" y="1256"/>
                    <a:pt x="7937" y="1817"/>
                    <a:pt x="8181" y="2448"/>
                  </a:cubicBezTo>
                  <a:cubicBezTo>
                    <a:pt x="7785" y="2614"/>
                    <a:pt x="7350" y="2695"/>
                    <a:pt x="6918" y="2695"/>
                  </a:cubicBezTo>
                  <a:cubicBezTo>
                    <a:pt x="6475" y="2695"/>
                    <a:pt x="6054" y="2614"/>
                    <a:pt x="5656" y="2448"/>
                  </a:cubicBezTo>
                  <a:cubicBezTo>
                    <a:pt x="5903" y="1817"/>
                    <a:pt x="6346" y="1256"/>
                    <a:pt x="6918" y="872"/>
                  </a:cubicBezTo>
                  <a:close/>
                  <a:moveTo>
                    <a:pt x="8380" y="3256"/>
                  </a:moveTo>
                  <a:cubicBezTo>
                    <a:pt x="8391" y="3385"/>
                    <a:pt x="8402" y="3526"/>
                    <a:pt x="8402" y="3666"/>
                  </a:cubicBezTo>
                  <a:lnTo>
                    <a:pt x="8402" y="7288"/>
                  </a:lnTo>
                  <a:lnTo>
                    <a:pt x="5434" y="7288"/>
                  </a:lnTo>
                  <a:lnTo>
                    <a:pt x="5434" y="3666"/>
                  </a:lnTo>
                  <a:cubicBezTo>
                    <a:pt x="5434" y="3526"/>
                    <a:pt x="5446" y="3385"/>
                    <a:pt x="5457" y="3256"/>
                  </a:cubicBezTo>
                  <a:cubicBezTo>
                    <a:pt x="5914" y="3419"/>
                    <a:pt x="6416" y="3514"/>
                    <a:pt x="6918" y="3514"/>
                  </a:cubicBezTo>
                  <a:cubicBezTo>
                    <a:pt x="7421" y="3514"/>
                    <a:pt x="7912" y="3419"/>
                    <a:pt x="8380" y="3256"/>
                  </a:cubicBezTo>
                  <a:close/>
                  <a:moveTo>
                    <a:pt x="4629" y="6084"/>
                  </a:moveTo>
                  <a:lnTo>
                    <a:pt x="4629" y="7394"/>
                  </a:lnTo>
                  <a:lnTo>
                    <a:pt x="3821" y="7663"/>
                  </a:lnTo>
                  <a:lnTo>
                    <a:pt x="3821" y="6844"/>
                  </a:lnTo>
                  <a:cubicBezTo>
                    <a:pt x="3821" y="6553"/>
                    <a:pt x="4009" y="6294"/>
                    <a:pt x="4279" y="6202"/>
                  </a:cubicBezTo>
                  <a:lnTo>
                    <a:pt x="4629" y="6084"/>
                  </a:lnTo>
                  <a:close/>
                  <a:moveTo>
                    <a:pt x="9210" y="6084"/>
                  </a:moveTo>
                  <a:lnTo>
                    <a:pt x="9561" y="6202"/>
                  </a:lnTo>
                  <a:cubicBezTo>
                    <a:pt x="9830" y="6294"/>
                    <a:pt x="10015" y="6553"/>
                    <a:pt x="10015" y="6844"/>
                  </a:cubicBezTo>
                  <a:lnTo>
                    <a:pt x="10015" y="7663"/>
                  </a:lnTo>
                  <a:lnTo>
                    <a:pt x="9210" y="7394"/>
                  </a:lnTo>
                  <a:lnTo>
                    <a:pt x="9210" y="6084"/>
                  </a:lnTo>
                  <a:close/>
                  <a:moveTo>
                    <a:pt x="7867" y="8095"/>
                  </a:moveTo>
                  <a:lnTo>
                    <a:pt x="7867" y="8901"/>
                  </a:lnTo>
                  <a:lnTo>
                    <a:pt x="5973" y="8901"/>
                  </a:lnTo>
                  <a:lnTo>
                    <a:pt x="5973" y="8095"/>
                  </a:lnTo>
                  <a:close/>
                  <a:moveTo>
                    <a:pt x="7328" y="9720"/>
                  </a:moveTo>
                  <a:lnTo>
                    <a:pt x="7328" y="11790"/>
                  </a:lnTo>
                  <a:cubicBezTo>
                    <a:pt x="7328" y="11986"/>
                    <a:pt x="7457" y="12152"/>
                    <a:pt x="7656" y="12186"/>
                  </a:cubicBezTo>
                  <a:cubicBezTo>
                    <a:pt x="7681" y="12190"/>
                    <a:pt x="7705" y="12193"/>
                    <a:pt x="7729" y="12193"/>
                  </a:cubicBezTo>
                  <a:cubicBezTo>
                    <a:pt x="7889" y="12193"/>
                    <a:pt x="8039" y="12092"/>
                    <a:pt x="8099" y="11942"/>
                  </a:cubicBezTo>
                  <a:cubicBezTo>
                    <a:pt x="8262" y="11532"/>
                    <a:pt x="8661" y="11263"/>
                    <a:pt x="9104" y="11263"/>
                  </a:cubicBezTo>
                  <a:cubicBezTo>
                    <a:pt x="9410" y="11263"/>
                    <a:pt x="9701" y="11403"/>
                    <a:pt x="9912" y="11636"/>
                  </a:cubicBezTo>
                  <a:cubicBezTo>
                    <a:pt x="9984" y="11728"/>
                    <a:pt x="10092" y="11777"/>
                    <a:pt x="10209" y="11777"/>
                  </a:cubicBezTo>
                  <a:cubicBezTo>
                    <a:pt x="10242" y="11777"/>
                    <a:pt x="10276" y="11773"/>
                    <a:pt x="10310" y="11765"/>
                  </a:cubicBezTo>
                  <a:cubicBezTo>
                    <a:pt x="10450" y="11731"/>
                    <a:pt x="10565" y="11625"/>
                    <a:pt x="10602" y="11473"/>
                  </a:cubicBezTo>
                  <a:cubicBezTo>
                    <a:pt x="10753" y="10948"/>
                    <a:pt x="11233" y="10573"/>
                    <a:pt x="11769" y="10573"/>
                  </a:cubicBezTo>
                  <a:cubicBezTo>
                    <a:pt x="12459" y="10573"/>
                    <a:pt x="13020" y="11159"/>
                    <a:pt x="12986" y="11860"/>
                  </a:cubicBezTo>
                  <a:cubicBezTo>
                    <a:pt x="12950" y="12491"/>
                    <a:pt x="12378" y="13005"/>
                    <a:pt x="11746" y="13005"/>
                  </a:cubicBezTo>
                  <a:lnTo>
                    <a:pt x="2079" y="13005"/>
                  </a:lnTo>
                  <a:cubicBezTo>
                    <a:pt x="1448" y="13005"/>
                    <a:pt x="887" y="12491"/>
                    <a:pt x="853" y="11860"/>
                  </a:cubicBezTo>
                  <a:cubicBezTo>
                    <a:pt x="817" y="11159"/>
                    <a:pt x="1378" y="10573"/>
                    <a:pt x="2068" y="10573"/>
                  </a:cubicBezTo>
                  <a:cubicBezTo>
                    <a:pt x="2607" y="10573"/>
                    <a:pt x="3086" y="10948"/>
                    <a:pt x="3227" y="11473"/>
                  </a:cubicBezTo>
                  <a:cubicBezTo>
                    <a:pt x="3272" y="11625"/>
                    <a:pt x="3389" y="11731"/>
                    <a:pt x="3530" y="11765"/>
                  </a:cubicBezTo>
                  <a:cubicBezTo>
                    <a:pt x="3563" y="11773"/>
                    <a:pt x="3596" y="11777"/>
                    <a:pt x="3629" y="11777"/>
                  </a:cubicBezTo>
                  <a:cubicBezTo>
                    <a:pt x="3745" y="11777"/>
                    <a:pt x="3854" y="11728"/>
                    <a:pt x="3928" y="11636"/>
                  </a:cubicBezTo>
                  <a:cubicBezTo>
                    <a:pt x="4138" y="11403"/>
                    <a:pt x="4430" y="11263"/>
                    <a:pt x="4733" y="11263"/>
                  </a:cubicBezTo>
                  <a:cubicBezTo>
                    <a:pt x="5176" y="11263"/>
                    <a:pt x="5575" y="11532"/>
                    <a:pt x="5737" y="11942"/>
                  </a:cubicBezTo>
                  <a:cubicBezTo>
                    <a:pt x="5798" y="12092"/>
                    <a:pt x="5948" y="12193"/>
                    <a:pt x="6109" y="12193"/>
                  </a:cubicBezTo>
                  <a:cubicBezTo>
                    <a:pt x="6134" y="12193"/>
                    <a:pt x="6159" y="12190"/>
                    <a:pt x="6183" y="12186"/>
                  </a:cubicBezTo>
                  <a:cubicBezTo>
                    <a:pt x="6383" y="12152"/>
                    <a:pt x="6509" y="11986"/>
                    <a:pt x="6509" y="11790"/>
                  </a:cubicBezTo>
                  <a:lnTo>
                    <a:pt x="6509" y="9720"/>
                  </a:lnTo>
                  <a:close/>
                  <a:moveTo>
                    <a:pt x="6914" y="0"/>
                  </a:moveTo>
                  <a:cubicBezTo>
                    <a:pt x="6845" y="0"/>
                    <a:pt x="6778" y="18"/>
                    <a:pt x="6719" y="53"/>
                  </a:cubicBezTo>
                  <a:cubicBezTo>
                    <a:pt x="5423" y="790"/>
                    <a:pt x="4629" y="2168"/>
                    <a:pt x="4629" y="3655"/>
                  </a:cubicBezTo>
                  <a:lnTo>
                    <a:pt x="4629" y="5231"/>
                  </a:lnTo>
                  <a:lnTo>
                    <a:pt x="4021" y="5430"/>
                  </a:lnTo>
                  <a:cubicBezTo>
                    <a:pt x="3412" y="5641"/>
                    <a:pt x="3002" y="6202"/>
                    <a:pt x="3002" y="6844"/>
                  </a:cubicBezTo>
                  <a:lnTo>
                    <a:pt x="3002" y="8236"/>
                  </a:lnTo>
                  <a:cubicBezTo>
                    <a:pt x="3002" y="8462"/>
                    <a:pt x="3201" y="8640"/>
                    <a:pt x="3418" y="8640"/>
                  </a:cubicBezTo>
                  <a:cubicBezTo>
                    <a:pt x="3459" y="8640"/>
                    <a:pt x="3500" y="8633"/>
                    <a:pt x="3541" y="8620"/>
                  </a:cubicBezTo>
                  <a:lnTo>
                    <a:pt x="5095" y="8095"/>
                  </a:lnTo>
                  <a:lnTo>
                    <a:pt x="5165" y="8095"/>
                  </a:lnTo>
                  <a:lnTo>
                    <a:pt x="5165" y="9310"/>
                  </a:lnTo>
                  <a:cubicBezTo>
                    <a:pt x="5165" y="9532"/>
                    <a:pt x="5342" y="9720"/>
                    <a:pt x="5575" y="9720"/>
                  </a:cubicBezTo>
                  <a:lnTo>
                    <a:pt x="5704" y="9720"/>
                  </a:lnTo>
                  <a:lnTo>
                    <a:pt x="5704" y="10713"/>
                  </a:lnTo>
                  <a:cubicBezTo>
                    <a:pt x="5423" y="10550"/>
                    <a:pt x="5084" y="10458"/>
                    <a:pt x="4733" y="10458"/>
                  </a:cubicBezTo>
                  <a:cubicBezTo>
                    <a:pt x="4394" y="10458"/>
                    <a:pt x="4068" y="10550"/>
                    <a:pt x="3774" y="10724"/>
                  </a:cubicBezTo>
                  <a:cubicBezTo>
                    <a:pt x="3412" y="10141"/>
                    <a:pt x="2769" y="9767"/>
                    <a:pt x="2068" y="9767"/>
                  </a:cubicBezTo>
                  <a:cubicBezTo>
                    <a:pt x="923" y="9767"/>
                    <a:pt x="0" y="10713"/>
                    <a:pt x="45" y="11871"/>
                  </a:cubicBezTo>
                  <a:cubicBezTo>
                    <a:pt x="82" y="12957"/>
                    <a:pt x="994" y="13810"/>
                    <a:pt x="2090" y="13810"/>
                  </a:cubicBezTo>
                  <a:lnTo>
                    <a:pt x="11746" y="13810"/>
                  </a:lnTo>
                  <a:cubicBezTo>
                    <a:pt x="12835" y="13810"/>
                    <a:pt x="13758" y="12957"/>
                    <a:pt x="13791" y="11871"/>
                  </a:cubicBezTo>
                  <a:cubicBezTo>
                    <a:pt x="13839" y="10713"/>
                    <a:pt x="12916" y="9767"/>
                    <a:pt x="11769" y="9767"/>
                  </a:cubicBezTo>
                  <a:cubicBezTo>
                    <a:pt x="11067" y="9767"/>
                    <a:pt x="10425" y="10141"/>
                    <a:pt x="10063" y="10724"/>
                  </a:cubicBezTo>
                  <a:cubicBezTo>
                    <a:pt x="9771" y="10550"/>
                    <a:pt x="9443" y="10458"/>
                    <a:pt x="9104" y="10458"/>
                  </a:cubicBezTo>
                  <a:cubicBezTo>
                    <a:pt x="8753" y="10458"/>
                    <a:pt x="8416" y="10550"/>
                    <a:pt x="8136" y="10713"/>
                  </a:cubicBezTo>
                  <a:lnTo>
                    <a:pt x="8136" y="9720"/>
                  </a:lnTo>
                  <a:lnTo>
                    <a:pt x="8262" y="9720"/>
                  </a:lnTo>
                  <a:cubicBezTo>
                    <a:pt x="8487" y="9720"/>
                    <a:pt x="8672" y="9532"/>
                    <a:pt x="8672" y="9310"/>
                  </a:cubicBezTo>
                  <a:lnTo>
                    <a:pt x="8672" y="8095"/>
                  </a:lnTo>
                  <a:lnTo>
                    <a:pt x="8742" y="8095"/>
                  </a:lnTo>
                  <a:lnTo>
                    <a:pt x="10296" y="8620"/>
                  </a:lnTo>
                  <a:cubicBezTo>
                    <a:pt x="10337" y="8633"/>
                    <a:pt x="10378" y="8640"/>
                    <a:pt x="10418" y="8640"/>
                  </a:cubicBezTo>
                  <a:cubicBezTo>
                    <a:pt x="10632" y="8640"/>
                    <a:pt x="10823" y="8462"/>
                    <a:pt x="10823" y="8236"/>
                  </a:cubicBezTo>
                  <a:lnTo>
                    <a:pt x="10823" y="6855"/>
                  </a:lnTo>
                  <a:cubicBezTo>
                    <a:pt x="10823" y="6213"/>
                    <a:pt x="10414" y="5652"/>
                    <a:pt x="9819" y="5442"/>
                  </a:cubicBezTo>
                  <a:lnTo>
                    <a:pt x="9210" y="5242"/>
                  </a:lnTo>
                  <a:lnTo>
                    <a:pt x="9210" y="3655"/>
                  </a:lnTo>
                  <a:cubicBezTo>
                    <a:pt x="9210" y="2168"/>
                    <a:pt x="8402" y="790"/>
                    <a:pt x="7118" y="53"/>
                  </a:cubicBezTo>
                  <a:cubicBezTo>
                    <a:pt x="7053" y="18"/>
                    <a:pt x="6983" y="0"/>
                    <a:pt x="6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87" name="Google Shape;887;p34"/>
          <p:cNvSpPr/>
          <p:nvPr/>
        </p:nvSpPr>
        <p:spPr>
          <a:xfrm>
            <a:off x="1255725" y="2760888"/>
            <a:ext cx="345150" cy="345075"/>
          </a:xfrm>
          <a:custGeom>
            <a:avLst/>
            <a:gdLst/>
            <a:ahLst/>
            <a:cxnLst/>
            <a:rect l="l" t="t" r="r" b="b"/>
            <a:pathLst>
              <a:path w="13806" h="13803" extrusionOk="0">
                <a:moveTo>
                  <a:pt x="4548" y="806"/>
                </a:moveTo>
                <a:cubicBezTo>
                  <a:pt x="4769" y="806"/>
                  <a:pt x="4946" y="983"/>
                  <a:pt x="4946" y="1204"/>
                </a:cubicBezTo>
                <a:cubicBezTo>
                  <a:pt x="4946" y="1437"/>
                  <a:pt x="4769" y="1614"/>
                  <a:pt x="4548" y="1614"/>
                </a:cubicBezTo>
                <a:cubicBezTo>
                  <a:pt x="4326" y="1614"/>
                  <a:pt x="4138" y="1437"/>
                  <a:pt x="4138" y="1204"/>
                </a:cubicBezTo>
                <a:cubicBezTo>
                  <a:pt x="4138" y="983"/>
                  <a:pt x="4326" y="806"/>
                  <a:pt x="4548" y="806"/>
                </a:cubicBezTo>
                <a:close/>
                <a:moveTo>
                  <a:pt x="9258" y="806"/>
                </a:moveTo>
                <a:cubicBezTo>
                  <a:pt x="9479" y="806"/>
                  <a:pt x="9667" y="983"/>
                  <a:pt x="9667" y="1204"/>
                </a:cubicBezTo>
                <a:cubicBezTo>
                  <a:pt x="9667" y="1437"/>
                  <a:pt x="9479" y="1614"/>
                  <a:pt x="9258" y="1614"/>
                </a:cubicBezTo>
                <a:cubicBezTo>
                  <a:pt x="9036" y="1614"/>
                  <a:pt x="8848" y="1437"/>
                  <a:pt x="8848" y="1204"/>
                </a:cubicBezTo>
                <a:cubicBezTo>
                  <a:pt x="8848" y="983"/>
                  <a:pt x="9036" y="806"/>
                  <a:pt x="9258" y="806"/>
                </a:cubicBezTo>
                <a:close/>
                <a:moveTo>
                  <a:pt x="1215" y="4139"/>
                </a:moveTo>
                <a:cubicBezTo>
                  <a:pt x="1439" y="4139"/>
                  <a:pt x="1613" y="4324"/>
                  <a:pt x="1613" y="4545"/>
                </a:cubicBezTo>
                <a:cubicBezTo>
                  <a:pt x="1613" y="4770"/>
                  <a:pt x="1439" y="4944"/>
                  <a:pt x="1215" y="4944"/>
                </a:cubicBezTo>
                <a:cubicBezTo>
                  <a:pt x="993" y="4944"/>
                  <a:pt x="808" y="4770"/>
                  <a:pt x="808" y="4545"/>
                </a:cubicBezTo>
                <a:cubicBezTo>
                  <a:pt x="808" y="4324"/>
                  <a:pt x="993" y="4139"/>
                  <a:pt x="1215" y="4139"/>
                </a:cubicBezTo>
                <a:close/>
                <a:moveTo>
                  <a:pt x="12590" y="4139"/>
                </a:moveTo>
                <a:cubicBezTo>
                  <a:pt x="12812" y="4139"/>
                  <a:pt x="12997" y="4324"/>
                  <a:pt x="12997" y="4545"/>
                </a:cubicBezTo>
                <a:cubicBezTo>
                  <a:pt x="12997" y="4770"/>
                  <a:pt x="12812" y="4944"/>
                  <a:pt x="12590" y="4944"/>
                </a:cubicBezTo>
                <a:cubicBezTo>
                  <a:pt x="12366" y="4944"/>
                  <a:pt x="12181" y="4770"/>
                  <a:pt x="12181" y="4545"/>
                </a:cubicBezTo>
                <a:cubicBezTo>
                  <a:pt x="12181" y="4324"/>
                  <a:pt x="12366" y="4139"/>
                  <a:pt x="12590" y="4139"/>
                </a:cubicBezTo>
                <a:close/>
                <a:moveTo>
                  <a:pt x="5832" y="4290"/>
                </a:moveTo>
                <a:lnTo>
                  <a:pt x="5832" y="4290"/>
                </a:lnTo>
                <a:cubicBezTo>
                  <a:pt x="5703" y="4615"/>
                  <a:pt x="5600" y="5014"/>
                  <a:pt x="5530" y="5423"/>
                </a:cubicBezTo>
                <a:lnTo>
                  <a:pt x="4489" y="5423"/>
                </a:lnTo>
                <a:cubicBezTo>
                  <a:pt x="4806" y="4921"/>
                  <a:pt x="5271" y="4523"/>
                  <a:pt x="5832" y="4290"/>
                </a:cubicBezTo>
                <a:close/>
                <a:moveTo>
                  <a:pt x="6896" y="4080"/>
                </a:moveTo>
                <a:cubicBezTo>
                  <a:pt x="6955" y="4113"/>
                  <a:pt x="7143" y="4290"/>
                  <a:pt x="7316" y="4851"/>
                </a:cubicBezTo>
                <a:cubicBezTo>
                  <a:pt x="7364" y="5025"/>
                  <a:pt x="7412" y="5224"/>
                  <a:pt x="7446" y="5423"/>
                </a:cubicBezTo>
                <a:lnTo>
                  <a:pt x="6360" y="5423"/>
                </a:lnTo>
                <a:cubicBezTo>
                  <a:pt x="6394" y="5224"/>
                  <a:pt x="6441" y="5025"/>
                  <a:pt x="6489" y="4851"/>
                </a:cubicBezTo>
                <a:cubicBezTo>
                  <a:pt x="6663" y="4290"/>
                  <a:pt x="6851" y="4113"/>
                  <a:pt x="6896" y="4080"/>
                </a:cubicBezTo>
                <a:close/>
                <a:moveTo>
                  <a:pt x="7973" y="4290"/>
                </a:moveTo>
                <a:lnTo>
                  <a:pt x="7973" y="4290"/>
                </a:lnTo>
                <a:cubicBezTo>
                  <a:pt x="8534" y="4523"/>
                  <a:pt x="9000" y="4921"/>
                  <a:pt x="9317" y="5423"/>
                </a:cubicBezTo>
                <a:lnTo>
                  <a:pt x="8265" y="5423"/>
                </a:lnTo>
                <a:cubicBezTo>
                  <a:pt x="8206" y="5014"/>
                  <a:pt x="8102" y="4615"/>
                  <a:pt x="7973" y="4290"/>
                </a:cubicBezTo>
                <a:close/>
                <a:moveTo>
                  <a:pt x="5437" y="6243"/>
                </a:moveTo>
                <a:cubicBezTo>
                  <a:pt x="5423" y="6464"/>
                  <a:pt x="5423" y="6686"/>
                  <a:pt x="5423" y="6907"/>
                </a:cubicBezTo>
                <a:cubicBezTo>
                  <a:pt x="5423" y="7129"/>
                  <a:pt x="5423" y="7365"/>
                  <a:pt x="5437" y="7586"/>
                </a:cubicBezTo>
                <a:lnTo>
                  <a:pt x="4149" y="7586"/>
                </a:lnTo>
                <a:cubicBezTo>
                  <a:pt x="4104" y="7376"/>
                  <a:pt x="4068" y="7140"/>
                  <a:pt x="4068" y="6907"/>
                </a:cubicBezTo>
                <a:cubicBezTo>
                  <a:pt x="4068" y="6675"/>
                  <a:pt x="4104" y="6453"/>
                  <a:pt x="4149" y="6243"/>
                </a:cubicBezTo>
                <a:close/>
                <a:moveTo>
                  <a:pt x="7552" y="6243"/>
                </a:moveTo>
                <a:cubicBezTo>
                  <a:pt x="7563" y="6453"/>
                  <a:pt x="7575" y="6686"/>
                  <a:pt x="7575" y="6907"/>
                </a:cubicBezTo>
                <a:cubicBezTo>
                  <a:pt x="7575" y="7140"/>
                  <a:pt x="7563" y="7365"/>
                  <a:pt x="7552" y="7586"/>
                </a:cubicBezTo>
                <a:lnTo>
                  <a:pt x="6253" y="7586"/>
                </a:lnTo>
                <a:cubicBezTo>
                  <a:pt x="6231" y="7365"/>
                  <a:pt x="6231" y="7140"/>
                  <a:pt x="6231" y="6907"/>
                </a:cubicBezTo>
                <a:cubicBezTo>
                  <a:pt x="6231" y="6686"/>
                  <a:pt x="6231" y="6453"/>
                  <a:pt x="6253" y="6243"/>
                </a:cubicBezTo>
                <a:close/>
                <a:moveTo>
                  <a:pt x="9656" y="6243"/>
                </a:moveTo>
                <a:cubicBezTo>
                  <a:pt x="9701" y="6453"/>
                  <a:pt x="9737" y="6675"/>
                  <a:pt x="9737" y="6907"/>
                </a:cubicBezTo>
                <a:cubicBezTo>
                  <a:pt x="9737" y="7140"/>
                  <a:pt x="9701" y="7376"/>
                  <a:pt x="9656" y="7586"/>
                </a:cubicBezTo>
                <a:lnTo>
                  <a:pt x="8357" y="7586"/>
                </a:lnTo>
                <a:cubicBezTo>
                  <a:pt x="8383" y="7365"/>
                  <a:pt x="8383" y="7129"/>
                  <a:pt x="8383" y="6907"/>
                </a:cubicBezTo>
                <a:cubicBezTo>
                  <a:pt x="8383" y="6686"/>
                  <a:pt x="8383" y="6464"/>
                  <a:pt x="8357" y="6243"/>
                </a:cubicBezTo>
                <a:close/>
                <a:moveTo>
                  <a:pt x="5530" y="8391"/>
                </a:moveTo>
                <a:cubicBezTo>
                  <a:pt x="5600" y="8812"/>
                  <a:pt x="5703" y="9199"/>
                  <a:pt x="5832" y="9539"/>
                </a:cubicBezTo>
                <a:cubicBezTo>
                  <a:pt x="5271" y="9303"/>
                  <a:pt x="4806" y="8908"/>
                  <a:pt x="4489" y="8391"/>
                </a:cubicBezTo>
                <a:close/>
                <a:moveTo>
                  <a:pt x="9317" y="8391"/>
                </a:moveTo>
                <a:cubicBezTo>
                  <a:pt x="9000" y="8908"/>
                  <a:pt x="8534" y="9303"/>
                  <a:pt x="7973" y="9539"/>
                </a:cubicBezTo>
                <a:cubicBezTo>
                  <a:pt x="8102" y="9199"/>
                  <a:pt x="8206" y="8812"/>
                  <a:pt x="8265" y="8391"/>
                </a:cubicBezTo>
                <a:close/>
                <a:moveTo>
                  <a:pt x="1215" y="8849"/>
                </a:moveTo>
                <a:cubicBezTo>
                  <a:pt x="1439" y="8849"/>
                  <a:pt x="1613" y="9034"/>
                  <a:pt x="1613" y="9258"/>
                </a:cubicBezTo>
                <a:cubicBezTo>
                  <a:pt x="1613" y="9480"/>
                  <a:pt x="1439" y="9654"/>
                  <a:pt x="1215" y="9654"/>
                </a:cubicBezTo>
                <a:cubicBezTo>
                  <a:pt x="993" y="9654"/>
                  <a:pt x="808" y="9480"/>
                  <a:pt x="808" y="9258"/>
                </a:cubicBezTo>
                <a:cubicBezTo>
                  <a:pt x="808" y="9034"/>
                  <a:pt x="993" y="8849"/>
                  <a:pt x="1215" y="8849"/>
                </a:cubicBezTo>
                <a:close/>
                <a:moveTo>
                  <a:pt x="12590" y="8849"/>
                </a:moveTo>
                <a:cubicBezTo>
                  <a:pt x="12812" y="8849"/>
                  <a:pt x="12997" y="9034"/>
                  <a:pt x="12997" y="9258"/>
                </a:cubicBezTo>
                <a:cubicBezTo>
                  <a:pt x="12997" y="9480"/>
                  <a:pt x="12812" y="9654"/>
                  <a:pt x="12590" y="9654"/>
                </a:cubicBezTo>
                <a:cubicBezTo>
                  <a:pt x="12366" y="9654"/>
                  <a:pt x="12181" y="9480"/>
                  <a:pt x="12181" y="9258"/>
                </a:cubicBezTo>
                <a:cubicBezTo>
                  <a:pt x="12181" y="9034"/>
                  <a:pt x="12366" y="8849"/>
                  <a:pt x="12590" y="8849"/>
                </a:cubicBezTo>
                <a:close/>
                <a:moveTo>
                  <a:pt x="7446" y="8391"/>
                </a:moveTo>
                <a:cubicBezTo>
                  <a:pt x="7412" y="8602"/>
                  <a:pt x="7364" y="8790"/>
                  <a:pt x="7316" y="8978"/>
                </a:cubicBezTo>
                <a:cubicBezTo>
                  <a:pt x="7143" y="9539"/>
                  <a:pt x="6955" y="9713"/>
                  <a:pt x="6896" y="9735"/>
                </a:cubicBezTo>
                <a:cubicBezTo>
                  <a:pt x="6851" y="9713"/>
                  <a:pt x="6663" y="9539"/>
                  <a:pt x="6489" y="8978"/>
                </a:cubicBezTo>
                <a:cubicBezTo>
                  <a:pt x="6441" y="8790"/>
                  <a:pt x="6394" y="8602"/>
                  <a:pt x="6360" y="8391"/>
                </a:cubicBezTo>
                <a:close/>
                <a:moveTo>
                  <a:pt x="4548" y="12179"/>
                </a:moveTo>
                <a:cubicBezTo>
                  <a:pt x="4769" y="12179"/>
                  <a:pt x="4946" y="12367"/>
                  <a:pt x="4946" y="12588"/>
                </a:cubicBezTo>
                <a:cubicBezTo>
                  <a:pt x="4946" y="12810"/>
                  <a:pt x="4769" y="12987"/>
                  <a:pt x="4548" y="12987"/>
                </a:cubicBezTo>
                <a:cubicBezTo>
                  <a:pt x="4326" y="12987"/>
                  <a:pt x="4138" y="12810"/>
                  <a:pt x="4138" y="12588"/>
                </a:cubicBezTo>
                <a:cubicBezTo>
                  <a:pt x="4138" y="12367"/>
                  <a:pt x="4326" y="12179"/>
                  <a:pt x="4548" y="12179"/>
                </a:cubicBezTo>
                <a:close/>
                <a:moveTo>
                  <a:pt x="9258" y="12179"/>
                </a:moveTo>
                <a:cubicBezTo>
                  <a:pt x="9479" y="12179"/>
                  <a:pt x="9667" y="12367"/>
                  <a:pt x="9667" y="12588"/>
                </a:cubicBezTo>
                <a:cubicBezTo>
                  <a:pt x="9667" y="12810"/>
                  <a:pt x="9479" y="12987"/>
                  <a:pt x="9258" y="12987"/>
                </a:cubicBezTo>
                <a:cubicBezTo>
                  <a:pt x="9036" y="12987"/>
                  <a:pt x="8848" y="12810"/>
                  <a:pt x="8848" y="12588"/>
                </a:cubicBezTo>
                <a:cubicBezTo>
                  <a:pt x="8848" y="12367"/>
                  <a:pt x="9036" y="12179"/>
                  <a:pt x="9258" y="12179"/>
                </a:cubicBezTo>
                <a:close/>
                <a:moveTo>
                  <a:pt x="4548" y="1"/>
                </a:moveTo>
                <a:cubicBezTo>
                  <a:pt x="3880" y="1"/>
                  <a:pt x="3333" y="537"/>
                  <a:pt x="3333" y="1204"/>
                </a:cubicBezTo>
                <a:cubicBezTo>
                  <a:pt x="3333" y="1880"/>
                  <a:pt x="3880" y="2419"/>
                  <a:pt x="4548" y="2419"/>
                </a:cubicBezTo>
                <a:lnTo>
                  <a:pt x="4607" y="2419"/>
                </a:lnTo>
                <a:lnTo>
                  <a:pt x="5142" y="3718"/>
                </a:lnTo>
                <a:cubicBezTo>
                  <a:pt x="4548" y="4043"/>
                  <a:pt x="4045" y="4534"/>
                  <a:pt x="3717" y="5143"/>
                </a:cubicBezTo>
                <a:lnTo>
                  <a:pt x="2421" y="4604"/>
                </a:lnTo>
                <a:cubicBezTo>
                  <a:pt x="2421" y="4582"/>
                  <a:pt x="2432" y="4559"/>
                  <a:pt x="2432" y="4545"/>
                </a:cubicBezTo>
                <a:cubicBezTo>
                  <a:pt x="2432" y="3869"/>
                  <a:pt x="1883" y="3331"/>
                  <a:pt x="1215" y="3331"/>
                </a:cubicBezTo>
                <a:cubicBezTo>
                  <a:pt x="539" y="3331"/>
                  <a:pt x="0" y="3869"/>
                  <a:pt x="0" y="4545"/>
                </a:cubicBezTo>
                <a:cubicBezTo>
                  <a:pt x="0" y="5213"/>
                  <a:pt x="539" y="5752"/>
                  <a:pt x="1215" y="5752"/>
                </a:cubicBezTo>
                <a:cubicBezTo>
                  <a:pt x="1566" y="5752"/>
                  <a:pt x="1894" y="5597"/>
                  <a:pt x="2115" y="5353"/>
                </a:cubicBezTo>
                <a:lnTo>
                  <a:pt x="3403" y="5892"/>
                </a:lnTo>
                <a:cubicBezTo>
                  <a:pt x="3308" y="6206"/>
                  <a:pt x="3263" y="6546"/>
                  <a:pt x="3263" y="6896"/>
                </a:cubicBezTo>
                <a:cubicBezTo>
                  <a:pt x="3263" y="7247"/>
                  <a:pt x="3308" y="7586"/>
                  <a:pt x="3403" y="7912"/>
                </a:cubicBezTo>
                <a:lnTo>
                  <a:pt x="2115" y="8439"/>
                </a:lnTo>
                <a:cubicBezTo>
                  <a:pt x="1894" y="8192"/>
                  <a:pt x="1566" y="8041"/>
                  <a:pt x="1215" y="8041"/>
                </a:cubicBezTo>
                <a:cubicBezTo>
                  <a:pt x="539" y="8041"/>
                  <a:pt x="0" y="8591"/>
                  <a:pt x="0" y="9258"/>
                </a:cubicBezTo>
                <a:cubicBezTo>
                  <a:pt x="0" y="9923"/>
                  <a:pt x="539" y="10473"/>
                  <a:pt x="1215" y="10473"/>
                </a:cubicBezTo>
                <a:cubicBezTo>
                  <a:pt x="1883" y="10473"/>
                  <a:pt x="2432" y="9923"/>
                  <a:pt x="2432" y="9258"/>
                </a:cubicBezTo>
                <a:cubicBezTo>
                  <a:pt x="2432" y="9233"/>
                  <a:pt x="2421" y="9211"/>
                  <a:pt x="2421" y="9188"/>
                </a:cubicBezTo>
                <a:lnTo>
                  <a:pt x="3717" y="8661"/>
                </a:lnTo>
                <a:cubicBezTo>
                  <a:pt x="4045" y="9258"/>
                  <a:pt x="4548" y="9749"/>
                  <a:pt x="5142" y="10086"/>
                </a:cubicBezTo>
                <a:lnTo>
                  <a:pt x="4607" y="11373"/>
                </a:lnTo>
                <a:lnTo>
                  <a:pt x="4548" y="11373"/>
                </a:lnTo>
                <a:cubicBezTo>
                  <a:pt x="3880" y="11373"/>
                  <a:pt x="3333" y="11923"/>
                  <a:pt x="3333" y="12588"/>
                </a:cubicBezTo>
                <a:cubicBezTo>
                  <a:pt x="3333" y="13256"/>
                  <a:pt x="3880" y="13803"/>
                  <a:pt x="4548" y="13803"/>
                </a:cubicBezTo>
                <a:cubicBezTo>
                  <a:pt x="5213" y="13803"/>
                  <a:pt x="5762" y="13256"/>
                  <a:pt x="5762" y="12588"/>
                </a:cubicBezTo>
                <a:cubicBezTo>
                  <a:pt x="5762" y="12226"/>
                  <a:pt x="5600" y="11909"/>
                  <a:pt x="5353" y="11688"/>
                </a:cubicBezTo>
                <a:lnTo>
                  <a:pt x="5891" y="10392"/>
                </a:lnTo>
                <a:cubicBezTo>
                  <a:pt x="6208" y="10484"/>
                  <a:pt x="6545" y="10543"/>
                  <a:pt x="6896" y="10543"/>
                </a:cubicBezTo>
                <a:cubicBezTo>
                  <a:pt x="7246" y="10543"/>
                  <a:pt x="7586" y="10484"/>
                  <a:pt x="7914" y="10392"/>
                </a:cubicBezTo>
                <a:lnTo>
                  <a:pt x="8453" y="11688"/>
                </a:lnTo>
                <a:cubicBezTo>
                  <a:pt x="8195" y="11909"/>
                  <a:pt x="8043" y="12226"/>
                  <a:pt x="8043" y="12588"/>
                </a:cubicBezTo>
                <a:cubicBezTo>
                  <a:pt x="8043" y="13256"/>
                  <a:pt x="8593" y="13803"/>
                  <a:pt x="9258" y="13803"/>
                </a:cubicBezTo>
                <a:cubicBezTo>
                  <a:pt x="9925" y="13803"/>
                  <a:pt x="10472" y="13256"/>
                  <a:pt x="10472" y="12588"/>
                </a:cubicBezTo>
                <a:cubicBezTo>
                  <a:pt x="10472" y="11923"/>
                  <a:pt x="9925" y="11373"/>
                  <a:pt x="9258" y="11373"/>
                </a:cubicBezTo>
                <a:lnTo>
                  <a:pt x="9199" y="11373"/>
                </a:lnTo>
                <a:lnTo>
                  <a:pt x="8663" y="10086"/>
                </a:lnTo>
                <a:cubicBezTo>
                  <a:pt x="9258" y="9749"/>
                  <a:pt x="9760" y="9258"/>
                  <a:pt x="10088" y="8661"/>
                </a:cubicBezTo>
                <a:lnTo>
                  <a:pt x="11373" y="9188"/>
                </a:lnTo>
                <a:lnTo>
                  <a:pt x="11373" y="9258"/>
                </a:lnTo>
                <a:cubicBezTo>
                  <a:pt x="11373" y="9923"/>
                  <a:pt x="11923" y="10473"/>
                  <a:pt x="12590" y="10473"/>
                </a:cubicBezTo>
                <a:cubicBezTo>
                  <a:pt x="13255" y="10473"/>
                  <a:pt x="13805" y="9923"/>
                  <a:pt x="13805" y="9258"/>
                </a:cubicBezTo>
                <a:cubicBezTo>
                  <a:pt x="13805" y="8591"/>
                  <a:pt x="13255" y="8041"/>
                  <a:pt x="12590" y="8041"/>
                </a:cubicBezTo>
                <a:cubicBezTo>
                  <a:pt x="12240" y="8041"/>
                  <a:pt x="11912" y="8192"/>
                  <a:pt x="11690" y="8439"/>
                </a:cubicBezTo>
                <a:lnTo>
                  <a:pt x="10402" y="7912"/>
                </a:lnTo>
                <a:cubicBezTo>
                  <a:pt x="10498" y="7586"/>
                  <a:pt x="10543" y="7247"/>
                  <a:pt x="10543" y="6896"/>
                </a:cubicBezTo>
                <a:cubicBezTo>
                  <a:pt x="10543" y="6546"/>
                  <a:pt x="10498" y="6206"/>
                  <a:pt x="10402" y="5892"/>
                </a:cubicBezTo>
                <a:lnTo>
                  <a:pt x="11690" y="5353"/>
                </a:lnTo>
                <a:cubicBezTo>
                  <a:pt x="11912" y="5597"/>
                  <a:pt x="12240" y="5752"/>
                  <a:pt x="12590" y="5752"/>
                </a:cubicBezTo>
                <a:cubicBezTo>
                  <a:pt x="13255" y="5752"/>
                  <a:pt x="13805" y="5213"/>
                  <a:pt x="13805" y="4545"/>
                </a:cubicBezTo>
                <a:cubicBezTo>
                  <a:pt x="13805" y="3869"/>
                  <a:pt x="13255" y="3331"/>
                  <a:pt x="12590" y="3331"/>
                </a:cubicBezTo>
                <a:cubicBezTo>
                  <a:pt x="11923" y="3331"/>
                  <a:pt x="11373" y="3869"/>
                  <a:pt x="11373" y="4545"/>
                </a:cubicBezTo>
                <a:lnTo>
                  <a:pt x="11373" y="4604"/>
                </a:lnTo>
                <a:lnTo>
                  <a:pt x="10088" y="5143"/>
                </a:lnTo>
                <a:cubicBezTo>
                  <a:pt x="9760" y="4534"/>
                  <a:pt x="9258" y="4043"/>
                  <a:pt x="8663" y="3718"/>
                </a:cubicBezTo>
                <a:lnTo>
                  <a:pt x="9199" y="2419"/>
                </a:lnTo>
                <a:lnTo>
                  <a:pt x="9258" y="2419"/>
                </a:lnTo>
                <a:cubicBezTo>
                  <a:pt x="9925" y="2419"/>
                  <a:pt x="10472" y="1880"/>
                  <a:pt x="10472" y="1204"/>
                </a:cubicBezTo>
                <a:cubicBezTo>
                  <a:pt x="10472" y="537"/>
                  <a:pt x="9925" y="1"/>
                  <a:pt x="9258" y="1"/>
                </a:cubicBezTo>
                <a:cubicBezTo>
                  <a:pt x="8593" y="1"/>
                  <a:pt x="8043" y="537"/>
                  <a:pt x="8043" y="1204"/>
                </a:cubicBezTo>
                <a:cubicBezTo>
                  <a:pt x="8043" y="1566"/>
                  <a:pt x="8195" y="1894"/>
                  <a:pt x="8453" y="2116"/>
                </a:cubicBezTo>
                <a:lnTo>
                  <a:pt x="7914" y="3401"/>
                </a:lnTo>
                <a:cubicBezTo>
                  <a:pt x="7586" y="3308"/>
                  <a:pt x="7246" y="3261"/>
                  <a:pt x="6896" y="3261"/>
                </a:cubicBezTo>
                <a:cubicBezTo>
                  <a:pt x="6545" y="3261"/>
                  <a:pt x="6208" y="3308"/>
                  <a:pt x="5891" y="3401"/>
                </a:cubicBezTo>
                <a:lnTo>
                  <a:pt x="5353" y="2116"/>
                </a:lnTo>
                <a:cubicBezTo>
                  <a:pt x="5600" y="1894"/>
                  <a:pt x="5762" y="1566"/>
                  <a:pt x="5762" y="1204"/>
                </a:cubicBezTo>
                <a:cubicBezTo>
                  <a:pt x="5762" y="537"/>
                  <a:pt x="5213" y="1"/>
                  <a:pt x="45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888" name="Google Shape;888;p34"/>
          <p:cNvGrpSpPr/>
          <p:nvPr/>
        </p:nvGrpSpPr>
        <p:grpSpPr>
          <a:xfrm>
            <a:off x="6051525" y="1066250"/>
            <a:ext cx="345150" cy="345150"/>
            <a:chOff x="7783763" y="1564575"/>
            <a:chExt cx="345150" cy="345150"/>
          </a:xfrm>
        </p:grpSpPr>
        <p:sp>
          <p:nvSpPr>
            <p:cNvPr id="889" name="Google Shape;889;p34"/>
            <p:cNvSpPr/>
            <p:nvPr/>
          </p:nvSpPr>
          <p:spPr>
            <a:xfrm>
              <a:off x="7783763" y="1564575"/>
              <a:ext cx="345150" cy="345150"/>
            </a:xfrm>
            <a:custGeom>
              <a:avLst/>
              <a:gdLst/>
              <a:ahLst/>
              <a:cxnLst/>
              <a:rect l="l" t="t" r="r" b="b"/>
              <a:pathLst>
                <a:path w="13806" h="13806" extrusionOk="0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7867363" y="1848875"/>
              <a:ext cx="41525" cy="20525"/>
            </a:xfrm>
            <a:custGeom>
              <a:avLst/>
              <a:gdLst/>
              <a:ahLst/>
              <a:cxnLst/>
              <a:rect l="l" t="t" r="r" b="b"/>
              <a:pathLst>
                <a:path w="1661" h="821" extrusionOk="0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7972263" y="1740450"/>
              <a:ext cx="116025" cy="60850"/>
            </a:xfrm>
            <a:custGeom>
              <a:avLst/>
              <a:gdLst/>
              <a:ahLst/>
              <a:cxnLst/>
              <a:rect l="l" t="t" r="r" b="b"/>
              <a:pathLst>
                <a:path w="4641" h="2434" extrusionOk="0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92" name="Google Shape;892;p34"/>
          <p:cNvGrpSpPr/>
          <p:nvPr/>
        </p:nvGrpSpPr>
        <p:grpSpPr>
          <a:xfrm>
            <a:off x="3652100" y="1066250"/>
            <a:ext cx="348375" cy="345150"/>
            <a:chOff x="7007038" y="1564575"/>
            <a:chExt cx="348375" cy="345150"/>
          </a:xfrm>
        </p:grpSpPr>
        <p:sp>
          <p:nvSpPr>
            <p:cNvPr id="893" name="Google Shape;893;p34"/>
            <p:cNvSpPr/>
            <p:nvPr/>
          </p:nvSpPr>
          <p:spPr>
            <a:xfrm>
              <a:off x="7007038" y="1762000"/>
              <a:ext cx="348375" cy="147725"/>
            </a:xfrm>
            <a:custGeom>
              <a:avLst/>
              <a:gdLst/>
              <a:ahLst/>
              <a:cxnLst/>
              <a:rect l="l" t="t" r="r" b="b"/>
              <a:pathLst>
                <a:path w="13935" h="5909" extrusionOk="0">
                  <a:moveTo>
                    <a:pt x="1942" y="1058"/>
                  </a:moveTo>
                  <a:lnTo>
                    <a:pt x="1942" y="5100"/>
                  </a:lnTo>
                  <a:lnTo>
                    <a:pt x="808" y="5100"/>
                  </a:lnTo>
                  <a:lnTo>
                    <a:pt x="808" y="1058"/>
                  </a:lnTo>
                  <a:close/>
                  <a:moveTo>
                    <a:pt x="12525" y="807"/>
                  </a:moveTo>
                  <a:cubicBezTo>
                    <a:pt x="12673" y="807"/>
                    <a:pt x="12818" y="880"/>
                    <a:pt x="12905" y="1010"/>
                  </a:cubicBezTo>
                  <a:cubicBezTo>
                    <a:pt x="13045" y="1198"/>
                    <a:pt x="13011" y="1453"/>
                    <a:pt x="12849" y="1605"/>
                  </a:cubicBezTo>
                  <a:lnTo>
                    <a:pt x="10018" y="4318"/>
                  </a:lnTo>
                  <a:cubicBezTo>
                    <a:pt x="9494" y="4820"/>
                    <a:pt x="8792" y="5100"/>
                    <a:pt x="8066" y="5100"/>
                  </a:cubicBezTo>
                  <a:lnTo>
                    <a:pt x="2750" y="5100"/>
                  </a:lnTo>
                  <a:lnTo>
                    <a:pt x="2750" y="1815"/>
                  </a:lnTo>
                  <a:lnTo>
                    <a:pt x="3274" y="1571"/>
                  </a:lnTo>
                  <a:cubicBezTo>
                    <a:pt x="3537" y="1450"/>
                    <a:pt x="3818" y="1391"/>
                    <a:pt x="4099" y="1391"/>
                  </a:cubicBezTo>
                  <a:cubicBezTo>
                    <a:pt x="4442" y="1391"/>
                    <a:pt x="4784" y="1480"/>
                    <a:pt x="5086" y="1653"/>
                  </a:cubicBezTo>
                  <a:cubicBezTo>
                    <a:pt x="5507" y="1899"/>
                    <a:pt x="5987" y="2026"/>
                    <a:pt x="6478" y="2026"/>
                  </a:cubicBezTo>
                  <a:lnTo>
                    <a:pt x="8416" y="2026"/>
                  </a:lnTo>
                  <a:cubicBezTo>
                    <a:pt x="8615" y="2026"/>
                    <a:pt x="8803" y="2166"/>
                    <a:pt x="8826" y="2376"/>
                  </a:cubicBezTo>
                  <a:cubicBezTo>
                    <a:pt x="8851" y="2612"/>
                    <a:pt x="8663" y="2811"/>
                    <a:pt x="8416" y="2811"/>
                  </a:cubicBezTo>
                  <a:lnTo>
                    <a:pt x="5821" y="2834"/>
                  </a:lnTo>
                  <a:cubicBezTo>
                    <a:pt x="5589" y="2834"/>
                    <a:pt x="5401" y="3033"/>
                    <a:pt x="5415" y="3254"/>
                  </a:cubicBezTo>
                  <a:cubicBezTo>
                    <a:pt x="5426" y="3476"/>
                    <a:pt x="5611" y="3639"/>
                    <a:pt x="5835" y="3639"/>
                  </a:cubicBezTo>
                  <a:lnTo>
                    <a:pt x="8416" y="3639"/>
                  </a:lnTo>
                  <a:cubicBezTo>
                    <a:pt x="8966" y="3639"/>
                    <a:pt x="9435" y="3277"/>
                    <a:pt x="9586" y="2763"/>
                  </a:cubicBezTo>
                  <a:lnTo>
                    <a:pt x="12262" y="892"/>
                  </a:lnTo>
                  <a:cubicBezTo>
                    <a:pt x="12342" y="835"/>
                    <a:pt x="12434" y="807"/>
                    <a:pt x="12525" y="807"/>
                  </a:cubicBezTo>
                  <a:close/>
                  <a:moveTo>
                    <a:pt x="12521" y="1"/>
                  </a:moveTo>
                  <a:cubicBezTo>
                    <a:pt x="12269" y="1"/>
                    <a:pt x="12017" y="74"/>
                    <a:pt x="11797" y="227"/>
                  </a:cubicBezTo>
                  <a:lnTo>
                    <a:pt x="9482" y="1852"/>
                  </a:lnTo>
                  <a:cubicBezTo>
                    <a:pt x="9283" y="1479"/>
                    <a:pt x="8874" y="1220"/>
                    <a:pt x="8416" y="1220"/>
                  </a:cubicBezTo>
                  <a:lnTo>
                    <a:pt x="6467" y="1220"/>
                  </a:lnTo>
                  <a:cubicBezTo>
                    <a:pt x="6127" y="1220"/>
                    <a:pt x="5788" y="1114"/>
                    <a:pt x="5496" y="940"/>
                  </a:cubicBezTo>
                  <a:cubicBezTo>
                    <a:pt x="5068" y="684"/>
                    <a:pt x="4587" y="554"/>
                    <a:pt x="4103" y="554"/>
                  </a:cubicBezTo>
                  <a:cubicBezTo>
                    <a:pt x="3702" y="554"/>
                    <a:pt x="3300" y="643"/>
                    <a:pt x="2923" y="822"/>
                  </a:cubicBezTo>
                  <a:lnTo>
                    <a:pt x="2750" y="903"/>
                  </a:lnTo>
                  <a:lnTo>
                    <a:pt x="2750" y="648"/>
                  </a:lnTo>
                  <a:cubicBezTo>
                    <a:pt x="2750" y="427"/>
                    <a:pt x="2573" y="250"/>
                    <a:pt x="2351" y="250"/>
                  </a:cubicBezTo>
                  <a:lnTo>
                    <a:pt x="410" y="250"/>
                  </a:lnTo>
                  <a:cubicBezTo>
                    <a:pt x="177" y="250"/>
                    <a:pt x="0" y="427"/>
                    <a:pt x="0" y="648"/>
                  </a:cubicBezTo>
                  <a:lnTo>
                    <a:pt x="0" y="5499"/>
                  </a:lnTo>
                  <a:cubicBezTo>
                    <a:pt x="0" y="5731"/>
                    <a:pt x="177" y="5908"/>
                    <a:pt x="410" y="5908"/>
                  </a:cubicBezTo>
                  <a:lnTo>
                    <a:pt x="8066" y="5908"/>
                  </a:lnTo>
                  <a:cubicBezTo>
                    <a:pt x="9003" y="5908"/>
                    <a:pt x="9889" y="5546"/>
                    <a:pt x="10579" y="4901"/>
                  </a:cubicBezTo>
                  <a:lnTo>
                    <a:pt x="13410" y="2191"/>
                  </a:lnTo>
                  <a:cubicBezTo>
                    <a:pt x="13864" y="1759"/>
                    <a:pt x="13934" y="1069"/>
                    <a:pt x="13572" y="542"/>
                  </a:cubicBezTo>
                  <a:cubicBezTo>
                    <a:pt x="13320" y="189"/>
                    <a:pt x="12923" y="1"/>
                    <a:pt x="1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7115188" y="1564575"/>
              <a:ext cx="155775" cy="208950"/>
            </a:xfrm>
            <a:custGeom>
              <a:avLst/>
              <a:gdLst/>
              <a:ahLst/>
              <a:cxnLst/>
              <a:rect l="l" t="t" r="r" b="b"/>
              <a:pathLst>
                <a:path w="6231" h="8358" extrusionOk="0">
                  <a:moveTo>
                    <a:pt x="3122" y="805"/>
                  </a:moveTo>
                  <a:cubicBezTo>
                    <a:pt x="4385" y="805"/>
                    <a:pt x="5412" y="1835"/>
                    <a:pt x="5412" y="3097"/>
                  </a:cubicBezTo>
                  <a:cubicBezTo>
                    <a:pt x="5412" y="3787"/>
                    <a:pt x="5109" y="4430"/>
                    <a:pt x="4570" y="4862"/>
                  </a:cubicBezTo>
                  <a:cubicBezTo>
                    <a:pt x="4231" y="5154"/>
                    <a:pt x="4009" y="5530"/>
                    <a:pt x="3928" y="5939"/>
                  </a:cubicBezTo>
                  <a:lnTo>
                    <a:pt x="3518" y="5939"/>
                  </a:lnTo>
                  <a:lnTo>
                    <a:pt x="3518" y="3810"/>
                  </a:lnTo>
                  <a:lnTo>
                    <a:pt x="4208" y="3120"/>
                  </a:lnTo>
                  <a:cubicBezTo>
                    <a:pt x="4348" y="2979"/>
                    <a:pt x="4371" y="2747"/>
                    <a:pt x="4245" y="2584"/>
                  </a:cubicBezTo>
                  <a:cubicBezTo>
                    <a:pt x="4163" y="2478"/>
                    <a:pt x="4045" y="2425"/>
                    <a:pt x="3926" y="2425"/>
                  </a:cubicBezTo>
                  <a:cubicBezTo>
                    <a:pt x="3822" y="2425"/>
                    <a:pt x="3717" y="2466"/>
                    <a:pt x="3636" y="2547"/>
                  </a:cubicBezTo>
                  <a:lnTo>
                    <a:pt x="3122" y="3075"/>
                  </a:lnTo>
                  <a:lnTo>
                    <a:pt x="2595" y="2547"/>
                  </a:lnTo>
                  <a:cubicBezTo>
                    <a:pt x="2514" y="2466"/>
                    <a:pt x="2409" y="2425"/>
                    <a:pt x="2305" y="2425"/>
                  </a:cubicBezTo>
                  <a:cubicBezTo>
                    <a:pt x="2186" y="2425"/>
                    <a:pt x="2068" y="2478"/>
                    <a:pt x="1986" y="2584"/>
                  </a:cubicBezTo>
                  <a:cubicBezTo>
                    <a:pt x="1860" y="2747"/>
                    <a:pt x="1883" y="2979"/>
                    <a:pt x="2034" y="3120"/>
                  </a:cubicBezTo>
                  <a:lnTo>
                    <a:pt x="2713" y="3810"/>
                  </a:lnTo>
                  <a:lnTo>
                    <a:pt x="2713" y="5939"/>
                  </a:lnTo>
                  <a:lnTo>
                    <a:pt x="2315" y="5939"/>
                  </a:lnTo>
                  <a:cubicBezTo>
                    <a:pt x="2233" y="5530"/>
                    <a:pt x="2000" y="5154"/>
                    <a:pt x="1661" y="4862"/>
                  </a:cubicBezTo>
                  <a:cubicBezTo>
                    <a:pt x="1133" y="4430"/>
                    <a:pt x="831" y="3787"/>
                    <a:pt x="831" y="3097"/>
                  </a:cubicBezTo>
                  <a:cubicBezTo>
                    <a:pt x="831" y="1835"/>
                    <a:pt x="1846" y="805"/>
                    <a:pt x="3122" y="805"/>
                  </a:cubicBezTo>
                  <a:close/>
                  <a:moveTo>
                    <a:pt x="3894" y="6744"/>
                  </a:moveTo>
                  <a:lnTo>
                    <a:pt x="3894" y="7412"/>
                  </a:lnTo>
                  <a:cubicBezTo>
                    <a:pt x="3894" y="7493"/>
                    <a:pt x="3835" y="7552"/>
                    <a:pt x="3765" y="7552"/>
                  </a:cubicBezTo>
                  <a:lnTo>
                    <a:pt x="2466" y="7552"/>
                  </a:lnTo>
                  <a:cubicBezTo>
                    <a:pt x="2396" y="7552"/>
                    <a:pt x="2337" y="7493"/>
                    <a:pt x="2337" y="7412"/>
                  </a:cubicBezTo>
                  <a:lnTo>
                    <a:pt x="2337" y="6744"/>
                  </a:lnTo>
                  <a:close/>
                  <a:moveTo>
                    <a:pt x="3122" y="0"/>
                  </a:moveTo>
                  <a:cubicBezTo>
                    <a:pt x="1403" y="0"/>
                    <a:pt x="0" y="1392"/>
                    <a:pt x="0" y="3097"/>
                  </a:cubicBezTo>
                  <a:cubicBezTo>
                    <a:pt x="0" y="4031"/>
                    <a:pt x="421" y="4898"/>
                    <a:pt x="1133" y="5493"/>
                  </a:cubicBezTo>
                  <a:cubicBezTo>
                    <a:pt x="1380" y="5692"/>
                    <a:pt x="1532" y="5973"/>
                    <a:pt x="1532" y="6264"/>
                  </a:cubicBezTo>
                  <a:lnTo>
                    <a:pt x="1532" y="7412"/>
                  </a:lnTo>
                  <a:cubicBezTo>
                    <a:pt x="1532" y="7936"/>
                    <a:pt x="1953" y="8357"/>
                    <a:pt x="2466" y="8357"/>
                  </a:cubicBezTo>
                  <a:lnTo>
                    <a:pt x="3765" y="8357"/>
                  </a:lnTo>
                  <a:cubicBezTo>
                    <a:pt x="4289" y="8357"/>
                    <a:pt x="4710" y="7936"/>
                    <a:pt x="4710" y="7412"/>
                  </a:cubicBezTo>
                  <a:lnTo>
                    <a:pt x="4710" y="6264"/>
                  </a:lnTo>
                  <a:cubicBezTo>
                    <a:pt x="4710" y="5973"/>
                    <a:pt x="4851" y="5692"/>
                    <a:pt x="5097" y="5493"/>
                  </a:cubicBezTo>
                  <a:cubicBezTo>
                    <a:pt x="5821" y="4898"/>
                    <a:pt x="6231" y="4031"/>
                    <a:pt x="6231" y="3097"/>
                  </a:cubicBezTo>
                  <a:cubicBezTo>
                    <a:pt x="6231" y="1392"/>
                    <a:pt x="4828" y="0"/>
                    <a:pt x="3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7291063" y="1632025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410" y="1"/>
                  </a:moveTo>
                  <a:cubicBezTo>
                    <a:pt x="178" y="1"/>
                    <a:pt x="1" y="178"/>
                    <a:pt x="1" y="399"/>
                  </a:cubicBezTo>
                  <a:cubicBezTo>
                    <a:pt x="1" y="621"/>
                    <a:pt x="178" y="809"/>
                    <a:pt x="410" y="809"/>
                  </a:cubicBezTo>
                  <a:lnTo>
                    <a:pt x="1218" y="809"/>
                  </a:lnTo>
                  <a:cubicBezTo>
                    <a:pt x="1440" y="809"/>
                    <a:pt x="1614" y="621"/>
                    <a:pt x="1614" y="399"/>
                  </a:cubicBezTo>
                  <a:cubicBezTo>
                    <a:pt x="1614" y="178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7282938" y="15780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1" y="1"/>
                  </a:moveTo>
                  <a:cubicBezTo>
                    <a:pt x="1092" y="1"/>
                    <a:pt x="1022" y="18"/>
                    <a:pt x="957" y="56"/>
                  </a:cubicBezTo>
                  <a:lnTo>
                    <a:pt x="256" y="454"/>
                  </a:lnTo>
                  <a:cubicBezTo>
                    <a:pt x="71" y="572"/>
                    <a:pt x="0" y="816"/>
                    <a:pt x="115" y="1015"/>
                  </a:cubicBezTo>
                  <a:cubicBezTo>
                    <a:pt x="186" y="1141"/>
                    <a:pt x="318" y="1213"/>
                    <a:pt x="457" y="1213"/>
                  </a:cubicBezTo>
                  <a:cubicBezTo>
                    <a:pt x="527" y="1213"/>
                    <a:pt x="599" y="1195"/>
                    <a:pt x="665" y="1156"/>
                  </a:cubicBezTo>
                  <a:lnTo>
                    <a:pt x="1367" y="757"/>
                  </a:lnTo>
                  <a:cubicBezTo>
                    <a:pt x="1555" y="642"/>
                    <a:pt x="1625" y="395"/>
                    <a:pt x="1507" y="210"/>
                  </a:cubicBezTo>
                  <a:cubicBezTo>
                    <a:pt x="1437" y="76"/>
                    <a:pt x="1302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7282938" y="167577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0" y="1"/>
                  </a:moveTo>
                  <a:cubicBezTo>
                    <a:pt x="320" y="1"/>
                    <a:pt x="187" y="70"/>
                    <a:pt x="115" y="203"/>
                  </a:cubicBezTo>
                  <a:cubicBezTo>
                    <a:pt x="0" y="403"/>
                    <a:pt x="71" y="649"/>
                    <a:pt x="256" y="753"/>
                  </a:cubicBezTo>
                  <a:lnTo>
                    <a:pt x="957" y="1163"/>
                  </a:lnTo>
                  <a:cubicBezTo>
                    <a:pt x="1023" y="1197"/>
                    <a:pt x="1094" y="1214"/>
                    <a:pt x="1163" y="1214"/>
                  </a:cubicBezTo>
                  <a:cubicBezTo>
                    <a:pt x="1304" y="1214"/>
                    <a:pt x="1437" y="1145"/>
                    <a:pt x="1507" y="1011"/>
                  </a:cubicBezTo>
                  <a:cubicBezTo>
                    <a:pt x="1625" y="823"/>
                    <a:pt x="1555" y="565"/>
                    <a:pt x="1367" y="462"/>
                  </a:cubicBezTo>
                  <a:lnTo>
                    <a:pt x="665" y="52"/>
                  </a:lnTo>
                  <a:cubicBezTo>
                    <a:pt x="600" y="18"/>
                    <a:pt x="529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7055288" y="1632025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399" y="1"/>
                  </a:moveTo>
                  <a:cubicBezTo>
                    <a:pt x="174" y="1"/>
                    <a:pt x="0" y="178"/>
                    <a:pt x="0" y="399"/>
                  </a:cubicBezTo>
                  <a:cubicBezTo>
                    <a:pt x="0" y="621"/>
                    <a:pt x="174" y="809"/>
                    <a:pt x="399" y="809"/>
                  </a:cubicBezTo>
                  <a:lnTo>
                    <a:pt x="1204" y="809"/>
                  </a:lnTo>
                  <a:cubicBezTo>
                    <a:pt x="1437" y="809"/>
                    <a:pt x="1613" y="621"/>
                    <a:pt x="1613" y="399"/>
                  </a:cubicBezTo>
                  <a:cubicBezTo>
                    <a:pt x="1613" y="178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7063138" y="157805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65" y="1"/>
                  </a:moveTo>
                  <a:cubicBezTo>
                    <a:pt x="324" y="1"/>
                    <a:pt x="190" y="76"/>
                    <a:pt x="118" y="210"/>
                  </a:cubicBezTo>
                  <a:cubicBezTo>
                    <a:pt x="1" y="395"/>
                    <a:pt x="71" y="642"/>
                    <a:pt x="259" y="757"/>
                  </a:cubicBezTo>
                  <a:lnTo>
                    <a:pt x="960" y="1156"/>
                  </a:lnTo>
                  <a:cubicBezTo>
                    <a:pt x="1027" y="1195"/>
                    <a:pt x="1098" y="1213"/>
                    <a:pt x="1168" y="1213"/>
                  </a:cubicBezTo>
                  <a:cubicBezTo>
                    <a:pt x="1307" y="1213"/>
                    <a:pt x="1439" y="1141"/>
                    <a:pt x="1510" y="1015"/>
                  </a:cubicBezTo>
                  <a:cubicBezTo>
                    <a:pt x="1628" y="816"/>
                    <a:pt x="1558" y="572"/>
                    <a:pt x="1370" y="454"/>
                  </a:cubicBezTo>
                  <a:lnTo>
                    <a:pt x="668" y="56"/>
                  </a:lnTo>
                  <a:cubicBezTo>
                    <a:pt x="603" y="18"/>
                    <a:pt x="533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7063138" y="167577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1165" y="1"/>
                  </a:moveTo>
                  <a:cubicBezTo>
                    <a:pt x="1096" y="1"/>
                    <a:pt x="1026" y="18"/>
                    <a:pt x="960" y="52"/>
                  </a:cubicBezTo>
                  <a:lnTo>
                    <a:pt x="259" y="462"/>
                  </a:lnTo>
                  <a:cubicBezTo>
                    <a:pt x="71" y="565"/>
                    <a:pt x="1" y="823"/>
                    <a:pt x="118" y="1011"/>
                  </a:cubicBezTo>
                  <a:cubicBezTo>
                    <a:pt x="190" y="1145"/>
                    <a:pt x="323" y="1214"/>
                    <a:pt x="463" y="1214"/>
                  </a:cubicBezTo>
                  <a:cubicBezTo>
                    <a:pt x="532" y="1214"/>
                    <a:pt x="602" y="1197"/>
                    <a:pt x="668" y="1163"/>
                  </a:cubicBezTo>
                  <a:lnTo>
                    <a:pt x="1370" y="753"/>
                  </a:lnTo>
                  <a:cubicBezTo>
                    <a:pt x="1558" y="649"/>
                    <a:pt x="1628" y="403"/>
                    <a:pt x="1510" y="203"/>
                  </a:cubicBezTo>
                  <a:cubicBezTo>
                    <a:pt x="1438" y="70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01" name="Google Shape;901;p34"/>
          <p:cNvSpPr/>
          <p:nvPr/>
        </p:nvSpPr>
        <p:spPr>
          <a:xfrm>
            <a:off x="1255900" y="1066250"/>
            <a:ext cx="345150" cy="345150"/>
          </a:xfrm>
          <a:custGeom>
            <a:avLst/>
            <a:gdLst/>
            <a:ahLst/>
            <a:cxnLst/>
            <a:rect l="l" t="t" r="r" b="b"/>
            <a:pathLst>
              <a:path w="13806" h="13806" extrusionOk="0">
                <a:moveTo>
                  <a:pt x="2023" y="808"/>
                </a:moveTo>
                <a:cubicBezTo>
                  <a:pt x="2688" y="808"/>
                  <a:pt x="3238" y="1358"/>
                  <a:pt x="3238" y="2023"/>
                </a:cubicBezTo>
                <a:cubicBezTo>
                  <a:pt x="3238" y="2691"/>
                  <a:pt x="2688" y="3238"/>
                  <a:pt x="2023" y="3238"/>
                </a:cubicBezTo>
                <a:cubicBezTo>
                  <a:pt x="1355" y="3238"/>
                  <a:pt x="808" y="2691"/>
                  <a:pt x="808" y="2023"/>
                </a:cubicBezTo>
                <a:cubicBezTo>
                  <a:pt x="808" y="1358"/>
                  <a:pt x="1355" y="808"/>
                  <a:pt x="2023" y="808"/>
                </a:cubicBezTo>
                <a:close/>
                <a:moveTo>
                  <a:pt x="11783" y="808"/>
                </a:moveTo>
                <a:cubicBezTo>
                  <a:pt x="12450" y="808"/>
                  <a:pt x="12997" y="1358"/>
                  <a:pt x="12997" y="2023"/>
                </a:cubicBezTo>
                <a:cubicBezTo>
                  <a:pt x="12997" y="2691"/>
                  <a:pt x="12450" y="3238"/>
                  <a:pt x="11783" y="3238"/>
                </a:cubicBezTo>
                <a:cubicBezTo>
                  <a:pt x="11118" y="3238"/>
                  <a:pt x="10568" y="2691"/>
                  <a:pt x="10568" y="2023"/>
                </a:cubicBezTo>
                <a:cubicBezTo>
                  <a:pt x="10568" y="1358"/>
                  <a:pt x="11118" y="808"/>
                  <a:pt x="11783" y="808"/>
                </a:cubicBezTo>
                <a:close/>
                <a:moveTo>
                  <a:pt x="6896" y="5681"/>
                </a:moveTo>
                <a:cubicBezTo>
                  <a:pt x="7353" y="5681"/>
                  <a:pt x="7715" y="6043"/>
                  <a:pt x="7715" y="6500"/>
                </a:cubicBezTo>
                <a:cubicBezTo>
                  <a:pt x="7715" y="6944"/>
                  <a:pt x="7353" y="7305"/>
                  <a:pt x="6896" y="7305"/>
                </a:cubicBezTo>
                <a:cubicBezTo>
                  <a:pt x="6452" y="7305"/>
                  <a:pt x="6091" y="6944"/>
                  <a:pt x="6091" y="6500"/>
                </a:cubicBezTo>
                <a:cubicBezTo>
                  <a:pt x="6091" y="6043"/>
                  <a:pt x="6452" y="5681"/>
                  <a:pt x="6896" y="5681"/>
                </a:cubicBezTo>
                <a:close/>
                <a:moveTo>
                  <a:pt x="6896" y="4068"/>
                </a:moveTo>
                <a:cubicBezTo>
                  <a:pt x="8464" y="4068"/>
                  <a:pt x="9737" y="5342"/>
                  <a:pt x="9737" y="6899"/>
                </a:cubicBezTo>
                <a:cubicBezTo>
                  <a:pt x="9737" y="7471"/>
                  <a:pt x="9561" y="8007"/>
                  <a:pt x="9269" y="8453"/>
                </a:cubicBezTo>
                <a:cubicBezTo>
                  <a:pt x="9059" y="7996"/>
                  <a:pt x="8674" y="7634"/>
                  <a:pt x="8206" y="7446"/>
                </a:cubicBezTo>
                <a:cubicBezTo>
                  <a:pt x="8405" y="7179"/>
                  <a:pt x="8523" y="6851"/>
                  <a:pt x="8523" y="6500"/>
                </a:cubicBezTo>
                <a:cubicBezTo>
                  <a:pt x="8523" y="5600"/>
                  <a:pt x="7796" y="4876"/>
                  <a:pt x="6896" y="4876"/>
                </a:cubicBezTo>
                <a:cubicBezTo>
                  <a:pt x="6009" y="4876"/>
                  <a:pt x="5283" y="5600"/>
                  <a:pt x="5283" y="6500"/>
                </a:cubicBezTo>
                <a:cubicBezTo>
                  <a:pt x="5283" y="6851"/>
                  <a:pt x="5400" y="7179"/>
                  <a:pt x="5600" y="7446"/>
                </a:cubicBezTo>
                <a:cubicBezTo>
                  <a:pt x="5131" y="7634"/>
                  <a:pt x="4747" y="7996"/>
                  <a:pt x="4536" y="8453"/>
                </a:cubicBezTo>
                <a:cubicBezTo>
                  <a:pt x="4245" y="8007"/>
                  <a:pt x="4068" y="7471"/>
                  <a:pt x="4068" y="6899"/>
                </a:cubicBezTo>
                <a:cubicBezTo>
                  <a:pt x="4068" y="5342"/>
                  <a:pt x="5342" y="4068"/>
                  <a:pt x="6896" y="4068"/>
                </a:cubicBezTo>
                <a:close/>
                <a:moveTo>
                  <a:pt x="7457" y="8113"/>
                </a:moveTo>
                <a:cubicBezTo>
                  <a:pt x="8054" y="8113"/>
                  <a:pt x="8556" y="8557"/>
                  <a:pt x="8638" y="9129"/>
                </a:cubicBezTo>
                <a:cubicBezTo>
                  <a:pt x="8158" y="9505"/>
                  <a:pt x="7552" y="9726"/>
                  <a:pt x="6896" y="9726"/>
                </a:cubicBezTo>
                <a:cubicBezTo>
                  <a:pt x="6242" y="9726"/>
                  <a:pt x="5647" y="9505"/>
                  <a:pt x="5168" y="9129"/>
                </a:cubicBezTo>
                <a:cubicBezTo>
                  <a:pt x="5249" y="8557"/>
                  <a:pt x="5740" y="8113"/>
                  <a:pt x="6349" y="8113"/>
                </a:cubicBezTo>
                <a:close/>
                <a:moveTo>
                  <a:pt x="2023" y="10568"/>
                </a:moveTo>
                <a:cubicBezTo>
                  <a:pt x="2688" y="10568"/>
                  <a:pt x="3238" y="11107"/>
                  <a:pt x="3238" y="11783"/>
                </a:cubicBezTo>
                <a:cubicBezTo>
                  <a:pt x="3238" y="12450"/>
                  <a:pt x="2688" y="13000"/>
                  <a:pt x="2023" y="13000"/>
                </a:cubicBezTo>
                <a:cubicBezTo>
                  <a:pt x="1355" y="13000"/>
                  <a:pt x="808" y="12450"/>
                  <a:pt x="808" y="11783"/>
                </a:cubicBezTo>
                <a:cubicBezTo>
                  <a:pt x="808" y="11107"/>
                  <a:pt x="1355" y="10568"/>
                  <a:pt x="2023" y="10568"/>
                </a:cubicBezTo>
                <a:close/>
                <a:moveTo>
                  <a:pt x="11783" y="10568"/>
                </a:moveTo>
                <a:cubicBezTo>
                  <a:pt x="12450" y="10568"/>
                  <a:pt x="12997" y="11107"/>
                  <a:pt x="12997" y="11783"/>
                </a:cubicBezTo>
                <a:cubicBezTo>
                  <a:pt x="12997" y="12450"/>
                  <a:pt x="12450" y="13000"/>
                  <a:pt x="11783" y="13000"/>
                </a:cubicBezTo>
                <a:cubicBezTo>
                  <a:pt x="11118" y="13000"/>
                  <a:pt x="10568" y="12450"/>
                  <a:pt x="10568" y="11783"/>
                </a:cubicBezTo>
                <a:cubicBezTo>
                  <a:pt x="10568" y="11107"/>
                  <a:pt x="11118" y="10568"/>
                  <a:pt x="11783" y="10568"/>
                </a:cubicBezTo>
                <a:close/>
                <a:moveTo>
                  <a:pt x="2023" y="0"/>
                </a:moveTo>
                <a:cubicBezTo>
                  <a:pt x="912" y="0"/>
                  <a:pt x="0" y="901"/>
                  <a:pt x="0" y="2023"/>
                </a:cubicBezTo>
                <a:cubicBezTo>
                  <a:pt x="0" y="3134"/>
                  <a:pt x="912" y="4046"/>
                  <a:pt x="2023" y="4046"/>
                </a:cubicBezTo>
                <a:cubicBezTo>
                  <a:pt x="2432" y="4046"/>
                  <a:pt x="2817" y="3917"/>
                  <a:pt x="3134" y="3706"/>
                </a:cubicBezTo>
                <a:lnTo>
                  <a:pt x="4057" y="4629"/>
                </a:lnTo>
                <a:cubicBezTo>
                  <a:pt x="3566" y="5249"/>
                  <a:pt x="3263" y="6043"/>
                  <a:pt x="3263" y="6899"/>
                </a:cubicBezTo>
                <a:cubicBezTo>
                  <a:pt x="3263" y="7763"/>
                  <a:pt x="3566" y="8545"/>
                  <a:pt x="4057" y="9165"/>
                </a:cubicBezTo>
                <a:lnTo>
                  <a:pt x="3134" y="10088"/>
                </a:lnTo>
                <a:cubicBezTo>
                  <a:pt x="2817" y="9878"/>
                  <a:pt x="2432" y="9760"/>
                  <a:pt x="2023" y="9760"/>
                </a:cubicBezTo>
                <a:cubicBezTo>
                  <a:pt x="912" y="9760"/>
                  <a:pt x="0" y="10661"/>
                  <a:pt x="0" y="11783"/>
                </a:cubicBezTo>
                <a:cubicBezTo>
                  <a:pt x="0" y="12894"/>
                  <a:pt x="912" y="13805"/>
                  <a:pt x="2023" y="13805"/>
                </a:cubicBezTo>
                <a:cubicBezTo>
                  <a:pt x="3134" y="13805"/>
                  <a:pt x="4045" y="12894"/>
                  <a:pt x="4045" y="11783"/>
                </a:cubicBezTo>
                <a:cubicBezTo>
                  <a:pt x="4045" y="11373"/>
                  <a:pt x="3916" y="10989"/>
                  <a:pt x="3706" y="10661"/>
                </a:cubicBezTo>
                <a:lnTo>
                  <a:pt x="4629" y="9738"/>
                </a:lnTo>
                <a:cubicBezTo>
                  <a:pt x="5249" y="10240"/>
                  <a:pt x="6043" y="10546"/>
                  <a:pt x="6896" y="10546"/>
                </a:cubicBezTo>
                <a:cubicBezTo>
                  <a:pt x="7763" y="10546"/>
                  <a:pt x="8545" y="10240"/>
                  <a:pt x="9176" y="9738"/>
                </a:cubicBezTo>
                <a:lnTo>
                  <a:pt x="10099" y="10661"/>
                </a:lnTo>
                <a:cubicBezTo>
                  <a:pt x="9878" y="10989"/>
                  <a:pt x="9760" y="11373"/>
                  <a:pt x="9760" y="11783"/>
                </a:cubicBezTo>
                <a:cubicBezTo>
                  <a:pt x="9760" y="12894"/>
                  <a:pt x="10660" y="13805"/>
                  <a:pt x="11783" y="13805"/>
                </a:cubicBezTo>
                <a:cubicBezTo>
                  <a:pt x="12893" y="13805"/>
                  <a:pt x="13805" y="12894"/>
                  <a:pt x="13805" y="11783"/>
                </a:cubicBezTo>
                <a:cubicBezTo>
                  <a:pt x="13805" y="10661"/>
                  <a:pt x="12893" y="9760"/>
                  <a:pt x="11783" y="9760"/>
                </a:cubicBezTo>
                <a:cubicBezTo>
                  <a:pt x="11373" y="9760"/>
                  <a:pt x="10989" y="9878"/>
                  <a:pt x="10672" y="10088"/>
                </a:cubicBezTo>
                <a:lnTo>
                  <a:pt x="9749" y="9165"/>
                </a:lnTo>
                <a:cubicBezTo>
                  <a:pt x="10240" y="8545"/>
                  <a:pt x="10543" y="7763"/>
                  <a:pt x="10543" y="6899"/>
                </a:cubicBezTo>
                <a:cubicBezTo>
                  <a:pt x="10543" y="6043"/>
                  <a:pt x="10240" y="5249"/>
                  <a:pt x="9749" y="4629"/>
                </a:cubicBezTo>
                <a:lnTo>
                  <a:pt x="10672" y="3706"/>
                </a:lnTo>
                <a:cubicBezTo>
                  <a:pt x="10989" y="3917"/>
                  <a:pt x="11373" y="4046"/>
                  <a:pt x="11783" y="4046"/>
                </a:cubicBezTo>
                <a:cubicBezTo>
                  <a:pt x="12893" y="4046"/>
                  <a:pt x="13805" y="3134"/>
                  <a:pt x="13805" y="2023"/>
                </a:cubicBezTo>
                <a:cubicBezTo>
                  <a:pt x="13805" y="901"/>
                  <a:pt x="12893" y="0"/>
                  <a:pt x="11783" y="0"/>
                </a:cubicBezTo>
                <a:cubicBezTo>
                  <a:pt x="10660" y="0"/>
                  <a:pt x="9760" y="901"/>
                  <a:pt x="9760" y="2023"/>
                </a:cubicBezTo>
                <a:cubicBezTo>
                  <a:pt x="9760" y="2433"/>
                  <a:pt x="9878" y="2817"/>
                  <a:pt x="10099" y="3134"/>
                </a:cubicBezTo>
                <a:lnTo>
                  <a:pt x="9176" y="4057"/>
                </a:lnTo>
                <a:cubicBezTo>
                  <a:pt x="8545" y="3555"/>
                  <a:pt x="7763" y="3263"/>
                  <a:pt x="6896" y="3263"/>
                </a:cubicBezTo>
                <a:cubicBezTo>
                  <a:pt x="6043" y="3263"/>
                  <a:pt x="5249" y="3555"/>
                  <a:pt x="4629" y="4057"/>
                </a:cubicBezTo>
                <a:lnTo>
                  <a:pt x="3706" y="3134"/>
                </a:lnTo>
                <a:cubicBezTo>
                  <a:pt x="3916" y="2817"/>
                  <a:pt x="4045" y="2433"/>
                  <a:pt x="4045" y="2023"/>
                </a:cubicBezTo>
                <a:cubicBezTo>
                  <a:pt x="4045" y="901"/>
                  <a:pt x="3134" y="0"/>
                  <a:pt x="20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02" name="Google Shape;902;p34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08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03" name="Google Shape;903;p3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04" name="Google Shape;904;p3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05" name="Google Shape;905;p3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06" name="Google Shape;906;p3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7" name="TextBox 90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THREE MEASUREMENT DIRECTIONS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20116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CE6"/>
                </a:solidFill>
                <a:latin typeface="Raleway"/>
              </a:rPr>
              <a:t>Z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420624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CE6"/>
                </a:solidFill>
                <a:latin typeface="Raleway"/>
              </a:rPr>
              <a:t>X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914400" y="3794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CE6"/>
                </a:solidFill>
                <a:latin typeface="Raleway"/>
              </a:rPr>
              <a:t>Y</a:t>
            </a:r>
          </a:p>
        </p:txBody>
      </p:sp>
      <p:cxnSp>
        <p:nvCxnSpPr>
          <p:cNvPr id="911" name="Connector 910"/>
          <p:cNvCxnSpPr/>
          <p:nvPr/>
        </p:nvCxnSpPr>
        <p:spPr>
          <a:xfrm flipV="1">
            <a:off x="2286000" y="1737360"/>
            <a:ext cx="0" cy="1463040"/>
          </a:xfrm>
          <a:prstGeom prst="line">
            <a:avLst/>
          </a:prstGeom>
          <a:ln w="25400">
            <a:solidFill>
              <a:srgbClr val="00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2286000" y="3200400"/>
            <a:ext cx="1828800" cy="182880"/>
          </a:xfrm>
          <a:prstGeom prst="line">
            <a:avLst/>
          </a:prstGeom>
          <a:ln w="25400">
            <a:solidFill>
              <a:srgbClr val="00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>
            <a:off x="1280160" y="3200400"/>
            <a:ext cx="1005840" cy="548639"/>
          </a:xfrm>
          <a:prstGeom prst="line">
            <a:avLst/>
          </a:prstGeom>
          <a:ln w="25400">
            <a:solidFill>
              <a:srgbClr val="00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265176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unknown Bloch vector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557784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Each measurement direction gives one coordinate of the unknown state.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5577840" y="2834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CE6"/>
                </a:solidFill>
                <a:latin typeface="Raleway"/>
              </a:rPr>
              <a:t>Z → z
X → x
Y → 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09</a:t>
            </a:r>
            <a:endParaRPr/>
          </a:p>
        </p:txBody>
      </p:sp>
      <p:sp>
        <p:nvSpPr>
          <p:cNvPr id="913" name="Google Shape;913;p3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15" name="Google Shape;915;p35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8" name="Google Shape;918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5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20" name="Google Shape;920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" name="Google Shape;923;p35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924" name="Google Shape;924;p3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925" name="Google Shape;9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7" name="Google Shape;927;p3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28" name="Google Shape;928;p3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29" name="Google Shape;929;p3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TextBox 92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MATHEMATICAL FORMULATION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5" name="Google Shape;935;p36"/>
          <p:cNvSpPr txBox="1">
            <a:spLocks noGrp="1"/>
          </p:cNvSpPr>
          <p:nvPr>
            <p:ph type="title" idx="4294967295"/>
          </p:nvPr>
        </p:nvSpPr>
        <p:spPr>
          <a:xfrm>
            <a:off x="6674688" y="3566261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36" name="Google Shape;936;p36"/>
          <p:cNvSpPr txBox="1">
            <a:spLocks noGrp="1"/>
          </p:cNvSpPr>
          <p:nvPr>
            <p:ph type="subTitle" idx="4294967295"/>
          </p:nvPr>
        </p:nvSpPr>
        <p:spPr>
          <a:xfrm>
            <a:off x="6674688" y="3790750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7" name="Google Shape;937;p36"/>
          <p:cNvSpPr txBox="1">
            <a:spLocks noGrp="1"/>
          </p:cNvSpPr>
          <p:nvPr>
            <p:ph type="title" idx="4294967295"/>
          </p:nvPr>
        </p:nvSpPr>
        <p:spPr>
          <a:xfrm>
            <a:off x="6674688" y="2811932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38" name="Google Shape;938;p36"/>
          <p:cNvSpPr txBox="1">
            <a:spLocks noGrp="1"/>
          </p:cNvSpPr>
          <p:nvPr>
            <p:ph type="subTitle" idx="4294967295"/>
          </p:nvPr>
        </p:nvSpPr>
        <p:spPr>
          <a:xfrm>
            <a:off x="6674688" y="3036421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9" name="Google Shape;939;p36"/>
          <p:cNvSpPr txBox="1">
            <a:spLocks noGrp="1"/>
          </p:cNvSpPr>
          <p:nvPr>
            <p:ph type="title" idx="4294967295"/>
          </p:nvPr>
        </p:nvSpPr>
        <p:spPr>
          <a:xfrm>
            <a:off x="6674688" y="2057604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40" name="Google Shape;940;p36"/>
          <p:cNvSpPr txBox="1">
            <a:spLocks noGrp="1"/>
          </p:cNvSpPr>
          <p:nvPr>
            <p:ph type="subTitle" idx="4294967295"/>
          </p:nvPr>
        </p:nvSpPr>
        <p:spPr>
          <a:xfrm>
            <a:off x="6674688" y="2282093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1" name="Google Shape;941;p36"/>
          <p:cNvSpPr txBox="1">
            <a:spLocks noGrp="1"/>
          </p:cNvSpPr>
          <p:nvPr>
            <p:ph type="title" idx="4294967295"/>
          </p:nvPr>
        </p:nvSpPr>
        <p:spPr>
          <a:xfrm>
            <a:off x="6674688" y="1303275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42" name="Google Shape;942;p36"/>
          <p:cNvSpPr txBox="1">
            <a:spLocks noGrp="1"/>
          </p:cNvSpPr>
          <p:nvPr>
            <p:ph type="subTitle" idx="4294967295"/>
          </p:nvPr>
        </p:nvSpPr>
        <p:spPr>
          <a:xfrm>
            <a:off x="6674688" y="1527764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943" name="Google Shape;943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500" y="1258888"/>
            <a:ext cx="4746723" cy="293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4" name="Google Shape;944;p36"/>
          <p:cNvGrpSpPr/>
          <p:nvPr/>
        </p:nvGrpSpPr>
        <p:grpSpPr>
          <a:xfrm>
            <a:off x="6227775" y="1405088"/>
            <a:ext cx="345125" cy="345075"/>
            <a:chOff x="997838" y="2118050"/>
            <a:chExt cx="345125" cy="345075"/>
          </a:xfrm>
        </p:grpSpPr>
        <p:sp>
          <p:nvSpPr>
            <p:cNvPr id="945" name="Google Shape;945;p36"/>
            <p:cNvSpPr/>
            <p:nvPr/>
          </p:nvSpPr>
          <p:spPr>
            <a:xfrm>
              <a:off x="1052463" y="2118050"/>
              <a:ext cx="235875" cy="345075"/>
            </a:xfrm>
            <a:custGeom>
              <a:avLst/>
              <a:gdLst/>
              <a:ahLst/>
              <a:cxnLst/>
              <a:rect l="l" t="t" r="r" b="b"/>
              <a:pathLst>
                <a:path w="9435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711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11" y="8908"/>
                    <a:pt x="2724" y="8170"/>
                    <a:pt x="2130" y="7631"/>
                  </a:cubicBezTo>
                  <a:cubicBezTo>
                    <a:pt x="1288" y="6896"/>
                    <a:pt x="808" y="5833"/>
                    <a:pt x="808" y="4711"/>
                  </a:cubicBezTo>
                  <a:cubicBezTo>
                    <a:pt x="808" y="2559"/>
                    <a:pt x="2562" y="806"/>
                    <a:pt x="4710" y="806"/>
                  </a:cubicBezTo>
                  <a:close/>
                  <a:moveTo>
                    <a:pt x="6197" y="10507"/>
                  </a:moveTo>
                  <a:lnTo>
                    <a:pt x="6197" y="11244"/>
                  </a:lnTo>
                  <a:cubicBezTo>
                    <a:pt x="6197" y="11315"/>
                    <a:pt x="6138" y="11373"/>
                    <a:pt x="6068" y="11373"/>
                  </a:cubicBezTo>
                  <a:lnTo>
                    <a:pt x="3367" y="11373"/>
                  </a:lnTo>
                  <a:cubicBezTo>
                    <a:pt x="3297" y="11373"/>
                    <a:pt x="3238" y="11315"/>
                    <a:pt x="3238" y="11244"/>
                  </a:cubicBezTo>
                  <a:lnTo>
                    <a:pt x="3238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82" y="12987"/>
                    <a:pt x="5260" y="12987"/>
                  </a:cubicBezTo>
                  <a:lnTo>
                    <a:pt x="4175" y="12987"/>
                  </a:lnTo>
                  <a:cubicBezTo>
                    <a:pt x="3953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21" y="9399"/>
                    <a:pt x="2421" y="10111"/>
                  </a:cubicBezTo>
                  <a:lnTo>
                    <a:pt x="2421" y="11244"/>
                  </a:lnTo>
                  <a:cubicBezTo>
                    <a:pt x="2421" y="11618"/>
                    <a:pt x="2643" y="11935"/>
                    <a:pt x="2971" y="12086"/>
                  </a:cubicBezTo>
                  <a:lnTo>
                    <a:pt x="2971" y="12588"/>
                  </a:lnTo>
                  <a:cubicBezTo>
                    <a:pt x="2971" y="13256"/>
                    <a:pt x="3507" y="13803"/>
                    <a:pt x="4175" y="13803"/>
                  </a:cubicBezTo>
                  <a:lnTo>
                    <a:pt x="5260" y="13803"/>
                  </a:lnTo>
                  <a:cubicBezTo>
                    <a:pt x="5928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92" y="11935"/>
                    <a:pt x="7014" y="11618"/>
                    <a:pt x="7014" y="11244"/>
                  </a:cubicBezTo>
                  <a:lnTo>
                    <a:pt x="7014" y="10111"/>
                  </a:lnTo>
                  <a:cubicBezTo>
                    <a:pt x="7014" y="9399"/>
                    <a:pt x="7319" y="8708"/>
                    <a:pt x="7844" y="8240"/>
                  </a:cubicBezTo>
                  <a:cubicBezTo>
                    <a:pt x="8862" y="7351"/>
                    <a:pt x="9435" y="6066"/>
                    <a:pt x="9435" y="4711"/>
                  </a:cubicBezTo>
                  <a:cubicBezTo>
                    <a:pt x="9435" y="2116"/>
                    <a:pt x="7319" y="1"/>
                    <a:pt x="4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1302613" y="2225850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399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9" y="808"/>
                  </a:cubicBezTo>
                  <a:lnTo>
                    <a:pt x="1204" y="808"/>
                  </a:lnTo>
                  <a:cubicBezTo>
                    <a:pt x="1426" y="808"/>
                    <a:pt x="1614" y="620"/>
                    <a:pt x="1614" y="399"/>
                  </a:cubicBezTo>
                  <a:cubicBezTo>
                    <a:pt x="1614" y="177"/>
                    <a:pt x="1426" y="0"/>
                    <a:pt x="1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1294413" y="215837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1159" y="1"/>
                  </a:moveTo>
                  <a:cubicBezTo>
                    <a:pt x="1091" y="1"/>
                    <a:pt x="1022" y="19"/>
                    <a:pt x="960" y="57"/>
                  </a:cubicBezTo>
                  <a:lnTo>
                    <a:pt x="259" y="455"/>
                  </a:lnTo>
                  <a:cubicBezTo>
                    <a:pt x="60" y="573"/>
                    <a:pt x="1" y="817"/>
                    <a:pt x="107" y="1016"/>
                  </a:cubicBezTo>
                  <a:cubicBezTo>
                    <a:pt x="184" y="1141"/>
                    <a:pt x="319" y="1214"/>
                    <a:pt x="456" y="1214"/>
                  </a:cubicBezTo>
                  <a:cubicBezTo>
                    <a:pt x="525" y="1214"/>
                    <a:pt x="594" y="1196"/>
                    <a:pt x="657" y="1157"/>
                  </a:cubicBezTo>
                  <a:lnTo>
                    <a:pt x="1358" y="758"/>
                  </a:lnTo>
                  <a:cubicBezTo>
                    <a:pt x="1555" y="643"/>
                    <a:pt x="1625" y="396"/>
                    <a:pt x="1510" y="197"/>
                  </a:cubicBezTo>
                  <a:cubicBezTo>
                    <a:pt x="1431" y="73"/>
                    <a:pt x="1296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1294413" y="2283075"/>
              <a:ext cx="40625" cy="30425"/>
            </a:xfrm>
            <a:custGeom>
              <a:avLst/>
              <a:gdLst/>
              <a:ahLst/>
              <a:cxnLst/>
              <a:rect l="l" t="t" r="r" b="b"/>
              <a:pathLst>
                <a:path w="1625" h="1217" extrusionOk="0">
                  <a:moveTo>
                    <a:pt x="468" y="0"/>
                  </a:moveTo>
                  <a:cubicBezTo>
                    <a:pt x="327" y="0"/>
                    <a:pt x="186" y="74"/>
                    <a:pt x="107" y="203"/>
                  </a:cubicBezTo>
                  <a:cubicBezTo>
                    <a:pt x="1" y="399"/>
                    <a:pt x="60" y="646"/>
                    <a:pt x="259" y="750"/>
                  </a:cubicBezTo>
                  <a:lnTo>
                    <a:pt x="960" y="1159"/>
                  </a:lnTo>
                  <a:cubicBezTo>
                    <a:pt x="1022" y="1198"/>
                    <a:pt x="1091" y="1217"/>
                    <a:pt x="1158" y="1217"/>
                  </a:cubicBezTo>
                  <a:cubicBezTo>
                    <a:pt x="1296" y="1217"/>
                    <a:pt x="1431" y="1141"/>
                    <a:pt x="1510" y="1008"/>
                  </a:cubicBezTo>
                  <a:cubicBezTo>
                    <a:pt x="1625" y="820"/>
                    <a:pt x="1555" y="576"/>
                    <a:pt x="1358" y="458"/>
                  </a:cubicBezTo>
                  <a:lnTo>
                    <a:pt x="657" y="48"/>
                  </a:lnTo>
                  <a:cubicBezTo>
                    <a:pt x="598" y="16"/>
                    <a:pt x="533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997838" y="2225850"/>
              <a:ext cx="40350" cy="20225"/>
            </a:xfrm>
            <a:custGeom>
              <a:avLst/>
              <a:gdLst/>
              <a:ahLst/>
              <a:cxnLst/>
              <a:rect l="l" t="t" r="r" b="b"/>
              <a:pathLst>
                <a:path w="1614" h="809" extrusionOk="0">
                  <a:moveTo>
                    <a:pt x="410" y="0"/>
                  </a:moveTo>
                  <a:cubicBezTo>
                    <a:pt x="177" y="0"/>
                    <a:pt x="0" y="177"/>
                    <a:pt x="0" y="399"/>
                  </a:cubicBezTo>
                  <a:cubicBezTo>
                    <a:pt x="0" y="620"/>
                    <a:pt x="177" y="808"/>
                    <a:pt x="410" y="808"/>
                  </a:cubicBezTo>
                  <a:lnTo>
                    <a:pt x="1215" y="808"/>
                  </a:lnTo>
                  <a:cubicBezTo>
                    <a:pt x="1439" y="808"/>
                    <a:pt x="1613" y="620"/>
                    <a:pt x="1613" y="399"/>
                  </a:cubicBezTo>
                  <a:cubicBezTo>
                    <a:pt x="1613" y="177"/>
                    <a:pt x="1439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1005763" y="215837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6" y="1"/>
                  </a:moveTo>
                  <a:cubicBezTo>
                    <a:pt x="329" y="1"/>
                    <a:pt x="194" y="73"/>
                    <a:pt x="115" y="197"/>
                  </a:cubicBezTo>
                  <a:cubicBezTo>
                    <a:pt x="0" y="396"/>
                    <a:pt x="70" y="643"/>
                    <a:pt x="267" y="758"/>
                  </a:cubicBezTo>
                  <a:lnTo>
                    <a:pt x="968" y="1157"/>
                  </a:lnTo>
                  <a:cubicBezTo>
                    <a:pt x="1031" y="1196"/>
                    <a:pt x="1100" y="1214"/>
                    <a:pt x="1169" y="1214"/>
                  </a:cubicBezTo>
                  <a:cubicBezTo>
                    <a:pt x="1306" y="1214"/>
                    <a:pt x="1441" y="1141"/>
                    <a:pt x="1518" y="1016"/>
                  </a:cubicBezTo>
                  <a:cubicBezTo>
                    <a:pt x="1624" y="817"/>
                    <a:pt x="1565" y="573"/>
                    <a:pt x="1366" y="455"/>
                  </a:cubicBezTo>
                  <a:lnTo>
                    <a:pt x="665" y="57"/>
                  </a:lnTo>
                  <a:cubicBezTo>
                    <a:pt x="603" y="19"/>
                    <a:pt x="534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1005763" y="2283075"/>
              <a:ext cx="40625" cy="30425"/>
            </a:xfrm>
            <a:custGeom>
              <a:avLst/>
              <a:gdLst/>
              <a:ahLst/>
              <a:cxnLst/>
              <a:rect l="l" t="t" r="r" b="b"/>
              <a:pathLst>
                <a:path w="1625" h="1217" extrusionOk="0">
                  <a:moveTo>
                    <a:pt x="1157" y="0"/>
                  </a:moveTo>
                  <a:cubicBezTo>
                    <a:pt x="1092" y="0"/>
                    <a:pt x="1027" y="16"/>
                    <a:pt x="968" y="48"/>
                  </a:cubicBezTo>
                  <a:lnTo>
                    <a:pt x="267" y="458"/>
                  </a:lnTo>
                  <a:cubicBezTo>
                    <a:pt x="70" y="576"/>
                    <a:pt x="0" y="820"/>
                    <a:pt x="115" y="1008"/>
                  </a:cubicBezTo>
                  <a:cubicBezTo>
                    <a:pt x="194" y="1141"/>
                    <a:pt x="329" y="1217"/>
                    <a:pt x="467" y="1217"/>
                  </a:cubicBezTo>
                  <a:cubicBezTo>
                    <a:pt x="534" y="1217"/>
                    <a:pt x="603" y="1198"/>
                    <a:pt x="665" y="1159"/>
                  </a:cubicBezTo>
                  <a:lnTo>
                    <a:pt x="1366" y="750"/>
                  </a:lnTo>
                  <a:cubicBezTo>
                    <a:pt x="1565" y="646"/>
                    <a:pt x="1624" y="399"/>
                    <a:pt x="1518" y="203"/>
                  </a:cubicBezTo>
                  <a:cubicBezTo>
                    <a:pt x="1439" y="74"/>
                    <a:pt x="1298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1092788" y="2158375"/>
              <a:ext cx="155225" cy="155175"/>
            </a:xfrm>
            <a:custGeom>
              <a:avLst/>
              <a:gdLst/>
              <a:ahLst/>
              <a:cxnLst/>
              <a:rect l="l" t="t" r="r" b="b"/>
              <a:pathLst>
                <a:path w="6209" h="6207" extrusionOk="0">
                  <a:moveTo>
                    <a:pt x="3097" y="806"/>
                  </a:moveTo>
                  <a:cubicBezTo>
                    <a:pt x="4374" y="806"/>
                    <a:pt x="5401" y="1835"/>
                    <a:pt x="5401" y="3098"/>
                  </a:cubicBezTo>
                  <a:cubicBezTo>
                    <a:pt x="5401" y="4360"/>
                    <a:pt x="4374" y="5387"/>
                    <a:pt x="3097" y="5387"/>
                  </a:cubicBezTo>
                  <a:cubicBezTo>
                    <a:pt x="1835" y="5387"/>
                    <a:pt x="808" y="4360"/>
                    <a:pt x="808" y="3098"/>
                  </a:cubicBezTo>
                  <a:cubicBezTo>
                    <a:pt x="808" y="1835"/>
                    <a:pt x="1835" y="806"/>
                    <a:pt x="3097" y="806"/>
                  </a:cubicBezTo>
                  <a:close/>
                  <a:moveTo>
                    <a:pt x="3097" y="1"/>
                  </a:moveTo>
                  <a:cubicBezTo>
                    <a:pt x="1392" y="1"/>
                    <a:pt x="0" y="1389"/>
                    <a:pt x="0" y="3098"/>
                  </a:cubicBezTo>
                  <a:cubicBezTo>
                    <a:pt x="0" y="4815"/>
                    <a:pt x="1392" y="6206"/>
                    <a:pt x="3097" y="6206"/>
                  </a:cubicBezTo>
                  <a:cubicBezTo>
                    <a:pt x="4817" y="6206"/>
                    <a:pt x="6209" y="4815"/>
                    <a:pt x="6209" y="3098"/>
                  </a:cubicBezTo>
                  <a:cubicBezTo>
                    <a:pt x="6209" y="1389"/>
                    <a:pt x="4817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1133388" y="2198700"/>
              <a:ext cx="65250" cy="74225"/>
            </a:xfrm>
            <a:custGeom>
              <a:avLst/>
              <a:gdLst/>
              <a:ahLst/>
              <a:cxnLst/>
              <a:rect l="l" t="t" r="r" b="b"/>
              <a:pathLst>
                <a:path w="2610" h="2969" extrusionOk="0">
                  <a:moveTo>
                    <a:pt x="1473" y="1"/>
                  </a:moveTo>
                  <a:cubicBezTo>
                    <a:pt x="668" y="1"/>
                    <a:pt x="1" y="666"/>
                    <a:pt x="1" y="1485"/>
                  </a:cubicBezTo>
                  <a:cubicBezTo>
                    <a:pt x="1" y="2301"/>
                    <a:pt x="668" y="2969"/>
                    <a:pt x="1473" y="2969"/>
                  </a:cubicBezTo>
                  <a:cubicBezTo>
                    <a:pt x="1813" y="2969"/>
                    <a:pt x="2105" y="2862"/>
                    <a:pt x="2340" y="2652"/>
                  </a:cubicBezTo>
                  <a:cubicBezTo>
                    <a:pt x="2385" y="2618"/>
                    <a:pt x="2433" y="2571"/>
                    <a:pt x="2469" y="2526"/>
                  </a:cubicBezTo>
                  <a:cubicBezTo>
                    <a:pt x="2610" y="2349"/>
                    <a:pt x="2584" y="2091"/>
                    <a:pt x="2422" y="1951"/>
                  </a:cubicBezTo>
                  <a:cubicBezTo>
                    <a:pt x="2344" y="1889"/>
                    <a:pt x="2251" y="1859"/>
                    <a:pt x="2159" y="1859"/>
                  </a:cubicBezTo>
                  <a:cubicBezTo>
                    <a:pt x="2043" y="1859"/>
                    <a:pt x="1928" y="1907"/>
                    <a:pt x="1849" y="1998"/>
                  </a:cubicBezTo>
                  <a:cubicBezTo>
                    <a:pt x="1838" y="2021"/>
                    <a:pt x="1824" y="2035"/>
                    <a:pt x="1802" y="2046"/>
                  </a:cubicBezTo>
                  <a:cubicBezTo>
                    <a:pt x="1720" y="2127"/>
                    <a:pt x="1614" y="2161"/>
                    <a:pt x="1473" y="2161"/>
                  </a:cubicBezTo>
                  <a:cubicBezTo>
                    <a:pt x="1112" y="2161"/>
                    <a:pt x="809" y="1858"/>
                    <a:pt x="809" y="1485"/>
                  </a:cubicBezTo>
                  <a:cubicBezTo>
                    <a:pt x="809" y="1123"/>
                    <a:pt x="1112" y="817"/>
                    <a:pt x="1473" y="817"/>
                  </a:cubicBezTo>
                  <a:cubicBezTo>
                    <a:pt x="1614" y="817"/>
                    <a:pt x="1743" y="854"/>
                    <a:pt x="1861" y="935"/>
                  </a:cubicBezTo>
                  <a:cubicBezTo>
                    <a:pt x="1929" y="978"/>
                    <a:pt x="2006" y="999"/>
                    <a:pt x="2081" y="999"/>
                  </a:cubicBezTo>
                  <a:cubicBezTo>
                    <a:pt x="2212" y="999"/>
                    <a:pt x="2340" y="936"/>
                    <a:pt x="2422" y="817"/>
                  </a:cubicBezTo>
                  <a:cubicBezTo>
                    <a:pt x="2540" y="632"/>
                    <a:pt x="2492" y="385"/>
                    <a:pt x="2304" y="256"/>
                  </a:cubicBezTo>
                  <a:cubicBezTo>
                    <a:pt x="2060" y="93"/>
                    <a:pt x="177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54" name="Google Shape;954;p36"/>
          <p:cNvSpPr/>
          <p:nvPr/>
        </p:nvSpPr>
        <p:spPr>
          <a:xfrm>
            <a:off x="6220700" y="2159375"/>
            <a:ext cx="359300" cy="345150"/>
          </a:xfrm>
          <a:custGeom>
            <a:avLst/>
            <a:gdLst/>
            <a:ahLst/>
            <a:cxnLst/>
            <a:rect l="l" t="t" r="r" b="b"/>
            <a:pathLst>
              <a:path w="14372" h="13806" extrusionOk="0">
                <a:moveTo>
                  <a:pt x="7196" y="2493"/>
                </a:moveTo>
                <a:lnTo>
                  <a:pt x="8809" y="3217"/>
                </a:lnTo>
                <a:cubicBezTo>
                  <a:pt x="8842" y="3231"/>
                  <a:pt x="8879" y="3242"/>
                  <a:pt x="8901" y="3265"/>
                </a:cubicBezTo>
                <a:lnTo>
                  <a:pt x="5476" y="3265"/>
                </a:lnTo>
                <a:cubicBezTo>
                  <a:pt x="5501" y="3242"/>
                  <a:pt x="5535" y="3231"/>
                  <a:pt x="5571" y="3217"/>
                </a:cubicBezTo>
                <a:lnTo>
                  <a:pt x="7196" y="2493"/>
                </a:lnTo>
                <a:close/>
                <a:moveTo>
                  <a:pt x="12876" y="3545"/>
                </a:moveTo>
                <a:cubicBezTo>
                  <a:pt x="13098" y="3545"/>
                  <a:pt x="13286" y="3722"/>
                  <a:pt x="13286" y="3943"/>
                </a:cubicBezTo>
                <a:cubicBezTo>
                  <a:pt x="13286" y="4165"/>
                  <a:pt x="13098" y="4353"/>
                  <a:pt x="12876" y="4353"/>
                </a:cubicBezTo>
                <a:cubicBezTo>
                  <a:pt x="12655" y="4353"/>
                  <a:pt x="12478" y="4165"/>
                  <a:pt x="12478" y="3943"/>
                </a:cubicBezTo>
                <a:cubicBezTo>
                  <a:pt x="12478" y="3722"/>
                  <a:pt x="12655" y="3545"/>
                  <a:pt x="12876" y="3545"/>
                </a:cubicBezTo>
                <a:close/>
                <a:moveTo>
                  <a:pt x="9218" y="4072"/>
                </a:moveTo>
                <a:lnTo>
                  <a:pt x="9218" y="4878"/>
                </a:lnTo>
                <a:lnTo>
                  <a:pt x="5173" y="4878"/>
                </a:lnTo>
                <a:lnTo>
                  <a:pt x="5173" y="4072"/>
                </a:lnTo>
                <a:close/>
                <a:moveTo>
                  <a:pt x="8901" y="5685"/>
                </a:moveTo>
                <a:cubicBezTo>
                  <a:pt x="8879" y="5708"/>
                  <a:pt x="8842" y="5719"/>
                  <a:pt x="8809" y="5742"/>
                </a:cubicBezTo>
                <a:lnTo>
                  <a:pt x="7196" y="6457"/>
                </a:lnTo>
                <a:lnTo>
                  <a:pt x="5571" y="5742"/>
                </a:lnTo>
                <a:cubicBezTo>
                  <a:pt x="5535" y="5719"/>
                  <a:pt x="5501" y="5708"/>
                  <a:pt x="5476" y="5685"/>
                </a:cubicBezTo>
                <a:close/>
                <a:moveTo>
                  <a:pt x="7196" y="7343"/>
                </a:moveTo>
                <a:lnTo>
                  <a:pt x="8809" y="8070"/>
                </a:lnTo>
                <a:cubicBezTo>
                  <a:pt x="8842" y="8081"/>
                  <a:pt x="8879" y="8092"/>
                  <a:pt x="8901" y="8115"/>
                </a:cubicBezTo>
                <a:lnTo>
                  <a:pt x="5476" y="8115"/>
                </a:lnTo>
                <a:cubicBezTo>
                  <a:pt x="5501" y="8092"/>
                  <a:pt x="5535" y="8081"/>
                  <a:pt x="5571" y="8070"/>
                </a:cubicBezTo>
                <a:lnTo>
                  <a:pt x="7196" y="7343"/>
                </a:lnTo>
                <a:close/>
                <a:moveTo>
                  <a:pt x="9218" y="8923"/>
                </a:moveTo>
                <a:lnTo>
                  <a:pt x="9218" y="9728"/>
                </a:lnTo>
                <a:lnTo>
                  <a:pt x="5173" y="9728"/>
                </a:lnTo>
                <a:lnTo>
                  <a:pt x="5173" y="8923"/>
                </a:lnTo>
                <a:close/>
                <a:moveTo>
                  <a:pt x="1504" y="9473"/>
                </a:moveTo>
                <a:cubicBezTo>
                  <a:pt x="1725" y="9473"/>
                  <a:pt x="1899" y="9658"/>
                  <a:pt x="1899" y="9879"/>
                </a:cubicBezTo>
                <a:cubicBezTo>
                  <a:pt x="1899" y="10104"/>
                  <a:pt x="1725" y="10278"/>
                  <a:pt x="1504" y="10278"/>
                </a:cubicBezTo>
                <a:cubicBezTo>
                  <a:pt x="1282" y="10278"/>
                  <a:pt x="1094" y="10104"/>
                  <a:pt x="1094" y="9879"/>
                </a:cubicBezTo>
                <a:cubicBezTo>
                  <a:pt x="1094" y="9658"/>
                  <a:pt x="1282" y="9473"/>
                  <a:pt x="1504" y="9473"/>
                </a:cubicBezTo>
                <a:close/>
                <a:moveTo>
                  <a:pt x="8901" y="10547"/>
                </a:moveTo>
                <a:cubicBezTo>
                  <a:pt x="8879" y="10558"/>
                  <a:pt x="8842" y="10581"/>
                  <a:pt x="8809" y="10595"/>
                </a:cubicBezTo>
                <a:lnTo>
                  <a:pt x="7196" y="11307"/>
                </a:lnTo>
                <a:lnTo>
                  <a:pt x="5571" y="10595"/>
                </a:lnTo>
                <a:cubicBezTo>
                  <a:pt x="5535" y="10581"/>
                  <a:pt x="5501" y="10558"/>
                  <a:pt x="5476" y="10547"/>
                </a:cubicBezTo>
                <a:close/>
                <a:moveTo>
                  <a:pt x="4765" y="1"/>
                </a:moveTo>
                <a:cubicBezTo>
                  <a:pt x="4701" y="1"/>
                  <a:pt x="4632" y="16"/>
                  <a:pt x="4564" y="50"/>
                </a:cubicBezTo>
                <a:cubicBezTo>
                  <a:pt x="4460" y="97"/>
                  <a:pt x="4368" y="249"/>
                  <a:pt x="4354" y="367"/>
                </a:cubicBezTo>
                <a:cubicBezTo>
                  <a:pt x="4343" y="880"/>
                  <a:pt x="4648" y="1360"/>
                  <a:pt x="5114" y="1570"/>
                </a:cubicBezTo>
                <a:lnTo>
                  <a:pt x="6191" y="2050"/>
                </a:lnTo>
                <a:lnTo>
                  <a:pt x="5243" y="2471"/>
                </a:lnTo>
                <a:cubicBezTo>
                  <a:pt x="4704" y="2715"/>
                  <a:pt x="4354" y="3242"/>
                  <a:pt x="4354" y="3826"/>
                </a:cubicBezTo>
                <a:lnTo>
                  <a:pt x="4354" y="5124"/>
                </a:lnTo>
                <a:cubicBezTo>
                  <a:pt x="4354" y="5708"/>
                  <a:pt x="4704" y="6247"/>
                  <a:pt x="5243" y="6479"/>
                </a:cubicBezTo>
                <a:lnTo>
                  <a:pt x="6191" y="6900"/>
                </a:lnTo>
                <a:lnTo>
                  <a:pt x="5243" y="7321"/>
                </a:lnTo>
                <a:cubicBezTo>
                  <a:pt x="4881" y="7484"/>
                  <a:pt x="4612" y="7764"/>
                  <a:pt x="4472" y="8115"/>
                </a:cubicBezTo>
                <a:lnTo>
                  <a:pt x="3117" y="8115"/>
                </a:lnTo>
                <a:cubicBezTo>
                  <a:pt x="3021" y="8115"/>
                  <a:pt x="2929" y="8151"/>
                  <a:pt x="2859" y="8210"/>
                </a:cubicBezTo>
                <a:lnTo>
                  <a:pt x="2124" y="8827"/>
                </a:lnTo>
                <a:cubicBezTo>
                  <a:pt x="1938" y="8716"/>
                  <a:pt x="1726" y="8653"/>
                  <a:pt x="1498" y="8653"/>
                </a:cubicBezTo>
                <a:cubicBezTo>
                  <a:pt x="1324" y="8653"/>
                  <a:pt x="1141" y="8690"/>
                  <a:pt x="954" y="8771"/>
                </a:cubicBezTo>
                <a:cubicBezTo>
                  <a:pt x="721" y="8875"/>
                  <a:pt x="522" y="9074"/>
                  <a:pt x="415" y="9307"/>
                </a:cubicBezTo>
                <a:cubicBezTo>
                  <a:pt x="0" y="10206"/>
                  <a:pt x="646" y="11081"/>
                  <a:pt x="1497" y="11081"/>
                </a:cubicBezTo>
                <a:cubicBezTo>
                  <a:pt x="1676" y="11081"/>
                  <a:pt x="1864" y="11042"/>
                  <a:pt x="2053" y="10957"/>
                </a:cubicBezTo>
                <a:cubicBezTo>
                  <a:pt x="2286" y="10850"/>
                  <a:pt x="2485" y="10665"/>
                  <a:pt x="2589" y="10418"/>
                </a:cubicBezTo>
                <a:cubicBezTo>
                  <a:pt x="2741" y="10079"/>
                  <a:pt x="2741" y="9739"/>
                  <a:pt x="2637" y="9447"/>
                </a:cubicBezTo>
                <a:lnTo>
                  <a:pt x="3268" y="8923"/>
                </a:lnTo>
                <a:lnTo>
                  <a:pt x="4354" y="8923"/>
                </a:lnTo>
                <a:lnTo>
                  <a:pt x="4354" y="9975"/>
                </a:lnTo>
                <a:cubicBezTo>
                  <a:pt x="4354" y="10558"/>
                  <a:pt x="4704" y="11097"/>
                  <a:pt x="5243" y="11330"/>
                </a:cubicBezTo>
                <a:lnTo>
                  <a:pt x="6191" y="11751"/>
                </a:lnTo>
                <a:lnTo>
                  <a:pt x="5114" y="12230"/>
                </a:lnTo>
                <a:cubicBezTo>
                  <a:pt x="4648" y="12441"/>
                  <a:pt x="4343" y="12920"/>
                  <a:pt x="4354" y="13434"/>
                </a:cubicBezTo>
                <a:cubicBezTo>
                  <a:pt x="4368" y="13563"/>
                  <a:pt x="4460" y="13703"/>
                  <a:pt x="4564" y="13762"/>
                </a:cubicBezTo>
                <a:cubicBezTo>
                  <a:pt x="4629" y="13792"/>
                  <a:pt x="4694" y="13805"/>
                  <a:pt x="4755" y="13805"/>
                </a:cubicBezTo>
                <a:cubicBezTo>
                  <a:pt x="4985" y="13805"/>
                  <a:pt x="5173" y="13618"/>
                  <a:pt x="5173" y="13386"/>
                </a:cubicBezTo>
                <a:cubicBezTo>
                  <a:pt x="5162" y="13212"/>
                  <a:pt x="5254" y="13061"/>
                  <a:pt x="5406" y="12991"/>
                </a:cubicBezTo>
                <a:lnTo>
                  <a:pt x="7196" y="12194"/>
                </a:lnTo>
                <a:lnTo>
                  <a:pt x="8971" y="12991"/>
                </a:lnTo>
                <a:cubicBezTo>
                  <a:pt x="9123" y="13061"/>
                  <a:pt x="9218" y="13212"/>
                  <a:pt x="9218" y="13386"/>
                </a:cubicBezTo>
                <a:cubicBezTo>
                  <a:pt x="9209" y="13618"/>
                  <a:pt x="9396" y="13805"/>
                  <a:pt x="9624" y="13805"/>
                </a:cubicBezTo>
                <a:cubicBezTo>
                  <a:pt x="9685" y="13805"/>
                  <a:pt x="9749" y="13792"/>
                  <a:pt x="9813" y="13762"/>
                </a:cubicBezTo>
                <a:cubicBezTo>
                  <a:pt x="9920" y="13703"/>
                  <a:pt x="10012" y="13563"/>
                  <a:pt x="10023" y="13434"/>
                </a:cubicBezTo>
                <a:cubicBezTo>
                  <a:pt x="10035" y="12920"/>
                  <a:pt x="9732" y="12441"/>
                  <a:pt x="9263" y="12230"/>
                </a:cubicBezTo>
                <a:lnTo>
                  <a:pt x="8189" y="11751"/>
                </a:lnTo>
                <a:lnTo>
                  <a:pt x="9137" y="11330"/>
                </a:lnTo>
                <a:cubicBezTo>
                  <a:pt x="9673" y="11097"/>
                  <a:pt x="10023" y="10558"/>
                  <a:pt x="10023" y="9975"/>
                </a:cubicBezTo>
                <a:lnTo>
                  <a:pt x="10023" y="8676"/>
                </a:lnTo>
                <a:cubicBezTo>
                  <a:pt x="10023" y="8092"/>
                  <a:pt x="9673" y="7565"/>
                  <a:pt x="9137" y="7321"/>
                </a:cubicBezTo>
                <a:lnTo>
                  <a:pt x="8189" y="6900"/>
                </a:lnTo>
                <a:lnTo>
                  <a:pt x="9137" y="6479"/>
                </a:lnTo>
                <a:cubicBezTo>
                  <a:pt x="9499" y="6317"/>
                  <a:pt x="9768" y="6036"/>
                  <a:pt x="9908" y="5685"/>
                </a:cubicBezTo>
                <a:lnTo>
                  <a:pt x="11275" y="5685"/>
                </a:lnTo>
                <a:cubicBezTo>
                  <a:pt x="11356" y="5685"/>
                  <a:pt x="11437" y="5660"/>
                  <a:pt x="11507" y="5601"/>
                </a:cubicBezTo>
                <a:lnTo>
                  <a:pt x="12256" y="4984"/>
                </a:lnTo>
                <a:cubicBezTo>
                  <a:pt x="12438" y="5086"/>
                  <a:pt x="12651" y="5147"/>
                  <a:pt x="12878" y="5147"/>
                </a:cubicBezTo>
                <a:cubicBezTo>
                  <a:pt x="13062" y="5147"/>
                  <a:pt x="13255" y="5107"/>
                  <a:pt x="13449" y="5018"/>
                </a:cubicBezTo>
                <a:cubicBezTo>
                  <a:pt x="13682" y="4914"/>
                  <a:pt x="13858" y="4726"/>
                  <a:pt x="13962" y="4504"/>
                </a:cubicBezTo>
                <a:cubicBezTo>
                  <a:pt x="14372" y="3604"/>
                  <a:pt x="13729" y="2726"/>
                  <a:pt x="12876" y="2726"/>
                </a:cubicBezTo>
                <a:cubicBezTo>
                  <a:pt x="12209" y="2726"/>
                  <a:pt x="11662" y="3265"/>
                  <a:pt x="11662" y="3932"/>
                </a:cubicBezTo>
                <a:cubicBezTo>
                  <a:pt x="11662" y="4084"/>
                  <a:pt x="11695" y="4224"/>
                  <a:pt x="11743" y="4364"/>
                </a:cubicBezTo>
                <a:lnTo>
                  <a:pt x="11112" y="4878"/>
                </a:lnTo>
                <a:lnTo>
                  <a:pt x="10023" y="4878"/>
                </a:lnTo>
                <a:lnTo>
                  <a:pt x="10023" y="3826"/>
                </a:lnTo>
                <a:cubicBezTo>
                  <a:pt x="10023" y="3242"/>
                  <a:pt x="9673" y="2715"/>
                  <a:pt x="9137" y="2471"/>
                </a:cubicBezTo>
                <a:lnTo>
                  <a:pt x="8189" y="2050"/>
                </a:lnTo>
                <a:lnTo>
                  <a:pt x="9263" y="1570"/>
                </a:lnTo>
                <a:cubicBezTo>
                  <a:pt x="9732" y="1360"/>
                  <a:pt x="10035" y="880"/>
                  <a:pt x="10023" y="367"/>
                </a:cubicBezTo>
                <a:cubicBezTo>
                  <a:pt x="10012" y="249"/>
                  <a:pt x="9920" y="97"/>
                  <a:pt x="9813" y="50"/>
                </a:cubicBezTo>
                <a:cubicBezTo>
                  <a:pt x="9745" y="16"/>
                  <a:pt x="9678" y="1"/>
                  <a:pt x="9614" y="1"/>
                </a:cubicBezTo>
                <a:cubicBezTo>
                  <a:pt x="9390" y="1"/>
                  <a:pt x="9210" y="185"/>
                  <a:pt x="9218" y="412"/>
                </a:cubicBezTo>
                <a:cubicBezTo>
                  <a:pt x="9218" y="588"/>
                  <a:pt x="9123" y="751"/>
                  <a:pt x="8971" y="810"/>
                </a:cubicBezTo>
                <a:lnTo>
                  <a:pt x="7196" y="1604"/>
                </a:lnTo>
                <a:lnTo>
                  <a:pt x="5406" y="810"/>
                </a:lnTo>
                <a:cubicBezTo>
                  <a:pt x="5254" y="751"/>
                  <a:pt x="5162" y="588"/>
                  <a:pt x="5173" y="412"/>
                </a:cubicBezTo>
                <a:cubicBezTo>
                  <a:pt x="5173" y="185"/>
                  <a:pt x="4990" y="1"/>
                  <a:pt x="476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955" name="Google Shape;955;p36"/>
          <p:cNvGrpSpPr/>
          <p:nvPr/>
        </p:nvGrpSpPr>
        <p:grpSpPr>
          <a:xfrm>
            <a:off x="6227300" y="2931263"/>
            <a:ext cx="346050" cy="345100"/>
            <a:chOff x="2541313" y="2118025"/>
            <a:chExt cx="346050" cy="345100"/>
          </a:xfrm>
        </p:grpSpPr>
        <p:sp>
          <p:nvSpPr>
            <p:cNvPr id="956" name="Google Shape;956;p36"/>
            <p:cNvSpPr/>
            <p:nvPr/>
          </p:nvSpPr>
          <p:spPr>
            <a:xfrm>
              <a:off x="2581988" y="2362325"/>
              <a:ext cx="60750" cy="60475"/>
            </a:xfrm>
            <a:custGeom>
              <a:avLst/>
              <a:gdLst/>
              <a:ahLst/>
              <a:cxnLst/>
              <a:rect l="l" t="t" r="r" b="b"/>
              <a:pathLst>
                <a:path w="2430" h="2419" extrusionOk="0">
                  <a:moveTo>
                    <a:pt x="1215" y="806"/>
                  </a:moveTo>
                  <a:cubicBezTo>
                    <a:pt x="1437" y="806"/>
                    <a:pt x="1625" y="982"/>
                    <a:pt x="1625" y="1215"/>
                  </a:cubicBezTo>
                  <a:cubicBezTo>
                    <a:pt x="1625" y="1437"/>
                    <a:pt x="1437" y="1614"/>
                    <a:pt x="1215" y="1614"/>
                  </a:cubicBezTo>
                  <a:cubicBezTo>
                    <a:pt x="994" y="1614"/>
                    <a:pt x="806" y="1437"/>
                    <a:pt x="806" y="1215"/>
                  </a:cubicBezTo>
                  <a:cubicBezTo>
                    <a:pt x="806" y="982"/>
                    <a:pt x="994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48" y="1"/>
                    <a:pt x="1" y="539"/>
                    <a:pt x="1" y="1215"/>
                  </a:cubicBezTo>
                  <a:cubicBezTo>
                    <a:pt x="1" y="1883"/>
                    <a:pt x="548" y="2419"/>
                    <a:pt x="1215" y="2419"/>
                  </a:cubicBezTo>
                  <a:cubicBezTo>
                    <a:pt x="1880" y="2419"/>
                    <a:pt x="2430" y="1883"/>
                    <a:pt x="2430" y="1215"/>
                  </a:cubicBezTo>
                  <a:cubicBezTo>
                    <a:pt x="2430" y="539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2541313" y="2118025"/>
              <a:ext cx="346050" cy="345100"/>
            </a:xfrm>
            <a:custGeom>
              <a:avLst/>
              <a:gdLst/>
              <a:ahLst/>
              <a:cxnLst/>
              <a:rect l="l" t="t" r="r" b="b"/>
              <a:pathLst>
                <a:path w="13842" h="13804" extrusionOk="0">
                  <a:moveTo>
                    <a:pt x="6892" y="806"/>
                  </a:moveTo>
                  <a:cubicBezTo>
                    <a:pt x="8266" y="806"/>
                    <a:pt x="9388" y="1880"/>
                    <a:pt x="9457" y="3228"/>
                  </a:cubicBezTo>
                  <a:lnTo>
                    <a:pt x="8652" y="3228"/>
                  </a:lnTo>
                  <a:cubicBezTo>
                    <a:pt x="8584" y="2324"/>
                    <a:pt x="7823" y="1613"/>
                    <a:pt x="6898" y="1613"/>
                  </a:cubicBezTo>
                  <a:cubicBezTo>
                    <a:pt x="6875" y="1613"/>
                    <a:pt x="6852" y="1614"/>
                    <a:pt x="6829" y="1615"/>
                  </a:cubicBezTo>
                  <a:cubicBezTo>
                    <a:pt x="5892" y="1660"/>
                    <a:pt x="5157" y="2456"/>
                    <a:pt x="5157" y="3391"/>
                  </a:cubicBezTo>
                  <a:lnTo>
                    <a:pt x="5157" y="4852"/>
                  </a:lnTo>
                  <a:lnTo>
                    <a:pt x="4349" y="4852"/>
                  </a:lnTo>
                  <a:lnTo>
                    <a:pt x="4349" y="3402"/>
                  </a:lnTo>
                  <a:cubicBezTo>
                    <a:pt x="4349" y="2010"/>
                    <a:pt x="5437" y="843"/>
                    <a:pt x="6829" y="807"/>
                  </a:cubicBezTo>
                  <a:cubicBezTo>
                    <a:pt x="6850" y="806"/>
                    <a:pt x="6871" y="806"/>
                    <a:pt x="6892" y="806"/>
                  </a:cubicBezTo>
                  <a:close/>
                  <a:moveTo>
                    <a:pt x="6917" y="7816"/>
                  </a:moveTo>
                  <a:cubicBezTo>
                    <a:pt x="7138" y="7816"/>
                    <a:pt x="7308" y="8001"/>
                    <a:pt x="7308" y="8218"/>
                  </a:cubicBezTo>
                  <a:lnTo>
                    <a:pt x="7308" y="9761"/>
                  </a:lnTo>
                  <a:lnTo>
                    <a:pt x="6500" y="9761"/>
                  </a:lnTo>
                  <a:lnTo>
                    <a:pt x="6500" y="8230"/>
                  </a:lnTo>
                  <a:cubicBezTo>
                    <a:pt x="6500" y="8019"/>
                    <a:pt x="6652" y="7843"/>
                    <a:pt x="6862" y="7820"/>
                  </a:cubicBezTo>
                  <a:cubicBezTo>
                    <a:pt x="6881" y="7818"/>
                    <a:pt x="6899" y="7816"/>
                    <a:pt x="6917" y="7816"/>
                  </a:cubicBezTo>
                  <a:close/>
                  <a:moveTo>
                    <a:pt x="9867" y="5657"/>
                  </a:moveTo>
                  <a:cubicBezTo>
                    <a:pt x="10088" y="5657"/>
                    <a:pt x="10276" y="5845"/>
                    <a:pt x="10276" y="6067"/>
                  </a:cubicBezTo>
                  <a:lnTo>
                    <a:pt x="10276" y="9761"/>
                  </a:lnTo>
                  <a:lnTo>
                    <a:pt x="8113" y="9761"/>
                  </a:lnTo>
                  <a:lnTo>
                    <a:pt x="8113" y="8241"/>
                  </a:lnTo>
                  <a:cubicBezTo>
                    <a:pt x="8113" y="7610"/>
                    <a:pt x="7600" y="7037"/>
                    <a:pt x="6969" y="7015"/>
                  </a:cubicBezTo>
                  <a:cubicBezTo>
                    <a:pt x="6941" y="7013"/>
                    <a:pt x="6914" y="7012"/>
                    <a:pt x="6887" y="7012"/>
                  </a:cubicBezTo>
                  <a:cubicBezTo>
                    <a:pt x="6233" y="7012"/>
                    <a:pt x="5695" y="7556"/>
                    <a:pt x="5695" y="8218"/>
                  </a:cubicBezTo>
                  <a:lnTo>
                    <a:pt x="5695" y="9761"/>
                  </a:lnTo>
                  <a:lnTo>
                    <a:pt x="5390" y="9761"/>
                  </a:lnTo>
                  <a:cubicBezTo>
                    <a:pt x="5028" y="8990"/>
                    <a:pt x="4338" y="8440"/>
                    <a:pt x="3532" y="8230"/>
                  </a:cubicBezTo>
                  <a:lnTo>
                    <a:pt x="3532" y="6067"/>
                  </a:lnTo>
                  <a:cubicBezTo>
                    <a:pt x="3532" y="5845"/>
                    <a:pt x="3718" y="5657"/>
                    <a:pt x="3942" y="5657"/>
                  </a:cubicBezTo>
                  <a:close/>
                  <a:moveTo>
                    <a:pt x="2842" y="8942"/>
                  </a:moveTo>
                  <a:cubicBezTo>
                    <a:pt x="3695" y="8942"/>
                    <a:pt x="4467" y="9492"/>
                    <a:pt x="4747" y="10297"/>
                  </a:cubicBezTo>
                  <a:cubicBezTo>
                    <a:pt x="4806" y="10463"/>
                    <a:pt x="4958" y="10567"/>
                    <a:pt x="5134" y="10567"/>
                  </a:cubicBezTo>
                  <a:lnTo>
                    <a:pt x="12591" y="10567"/>
                  </a:lnTo>
                  <a:cubicBezTo>
                    <a:pt x="12801" y="10567"/>
                    <a:pt x="12975" y="10718"/>
                    <a:pt x="13000" y="10917"/>
                  </a:cubicBezTo>
                  <a:cubicBezTo>
                    <a:pt x="13034" y="11164"/>
                    <a:pt x="12835" y="11374"/>
                    <a:pt x="12602" y="11374"/>
                  </a:cubicBezTo>
                  <a:lnTo>
                    <a:pt x="5134" y="11374"/>
                  </a:lnTo>
                  <a:cubicBezTo>
                    <a:pt x="4958" y="11374"/>
                    <a:pt x="4806" y="11478"/>
                    <a:pt x="4747" y="11644"/>
                  </a:cubicBezTo>
                  <a:cubicBezTo>
                    <a:pt x="4455" y="12449"/>
                    <a:pt x="3695" y="12988"/>
                    <a:pt x="2842" y="12988"/>
                  </a:cubicBezTo>
                  <a:cubicBezTo>
                    <a:pt x="1731" y="12988"/>
                    <a:pt x="820" y="12087"/>
                    <a:pt x="820" y="10965"/>
                  </a:cubicBezTo>
                  <a:cubicBezTo>
                    <a:pt x="820" y="9854"/>
                    <a:pt x="1731" y="8942"/>
                    <a:pt x="2842" y="8942"/>
                  </a:cubicBezTo>
                  <a:close/>
                  <a:moveTo>
                    <a:pt x="11657" y="12180"/>
                  </a:moveTo>
                  <a:lnTo>
                    <a:pt x="11657" y="12988"/>
                  </a:lnTo>
                  <a:lnTo>
                    <a:pt x="10299" y="12988"/>
                  </a:lnTo>
                  <a:lnTo>
                    <a:pt x="10299" y="12180"/>
                  </a:lnTo>
                  <a:close/>
                  <a:moveTo>
                    <a:pt x="6896" y="0"/>
                  </a:moveTo>
                  <a:cubicBezTo>
                    <a:pt x="5040" y="0"/>
                    <a:pt x="3532" y="1510"/>
                    <a:pt x="3532" y="3368"/>
                  </a:cubicBezTo>
                  <a:lnTo>
                    <a:pt x="3532" y="4922"/>
                  </a:lnTo>
                  <a:cubicBezTo>
                    <a:pt x="3064" y="5085"/>
                    <a:pt x="2724" y="5542"/>
                    <a:pt x="2724" y="6067"/>
                  </a:cubicBezTo>
                  <a:lnTo>
                    <a:pt x="2724" y="8137"/>
                  </a:lnTo>
                  <a:cubicBezTo>
                    <a:pt x="1218" y="8193"/>
                    <a:pt x="1" y="9444"/>
                    <a:pt x="1" y="10965"/>
                  </a:cubicBezTo>
                  <a:cubicBezTo>
                    <a:pt x="1" y="12530"/>
                    <a:pt x="1277" y="13804"/>
                    <a:pt x="2831" y="13804"/>
                  </a:cubicBezTo>
                  <a:cubicBezTo>
                    <a:pt x="3928" y="13804"/>
                    <a:pt x="4924" y="13161"/>
                    <a:pt x="5390" y="12180"/>
                  </a:cubicBezTo>
                  <a:lnTo>
                    <a:pt x="7881" y="12180"/>
                  </a:lnTo>
                  <a:lnTo>
                    <a:pt x="7881" y="13383"/>
                  </a:lnTo>
                  <a:cubicBezTo>
                    <a:pt x="7881" y="13593"/>
                    <a:pt x="8032" y="13770"/>
                    <a:pt x="8231" y="13793"/>
                  </a:cubicBezTo>
                  <a:cubicBezTo>
                    <a:pt x="8251" y="13796"/>
                    <a:pt x="8270" y="13797"/>
                    <a:pt x="8289" y="13797"/>
                  </a:cubicBezTo>
                  <a:cubicBezTo>
                    <a:pt x="8508" y="13797"/>
                    <a:pt x="8686" y="13611"/>
                    <a:pt x="8686" y="13397"/>
                  </a:cubicBezTo>
                  <a:lnTo>
                    <a:pt x="8686" y="12180"/>
                  </a:lnTo>
                  <a:lnTo>
                    <a:pt x="9494" y="12180"/>
                  </a:lnTo>
                  <a:lnTo>
                    <a:pt x="9494" y="13397"/>
                  </a:lnTo>
                  <a:cubicBezTo>
                    <a:pt x="9494" y="13619"/>
                    <a:pt x="9679" y="13804"/>
                    <a:pt x="9903" y="13804"/>
                  </a:cubicBezTo>
                  <a:lnTo>
                    <a:pt x="12052" y="13804"/>
                  </a:lnTo>
                  <a:cubicBezTo>
                    <a:pt x="12274" y="13804"/>
                    <a:pt x="12462" y="13619"/>
                    <a:pt x="12462" y="13397"/>
                  </a:cubicBezTo>
                  <a:lnTo>
                    <a:pt x="12462" y="12180"/>
                  </a:lnTo>
                  <a:lnTo>
                    <a:pt x="12580" y="12180"/>
                  </a:lnTo>
                  <a:cubicBezTo>
                    <a:pt x="13211" y="12180"/>
                    <a:pt x="13772" y="11666"/>
                    <a:pt x="13805" y="11035"/>
                  </a:cubicBezTo>
                  <a:cubicBezTo>
                    <a:pt x="13842" y="10334"/>
                    <a:pt x="13281" y="9761"/>
                    <a:pt x="12591" y="9761"/>
                  </a:cubicBezTo>
                  <a:lnTo>
                    <a:pt x="11082" y="9761"/>
                  </a:lnTo>
                  <a:lnTo>
                    <a:pt x="11082" y="6067"/>
                  </a:lnTo>
                  <a:cubicBezTo>
                    <a:pt x="11082" y="5388"/>
                    <a:pt x="10546" y="4852"/>
                    <a:pt x="9867" y="4852"/>
                  </a:cubicBezTo>
                  <a:lnTo>
                    <a:pt x="5962" y="4852"/>
                  </a:lnTo>
                  <a:lnTo>
                    <a:pt x="5962" y="3379"/>
                  </a:lnTo>
                  <a:cubicBezTo>
                    <a:pt x="5962" y="2888"/>
                    <a:pt x="6349" y="2456"/>
                    <a:pt x="6840" y="2420"/>
                  </a:cubicBezTo>
                  <a:cubicBezTo>
                    <a:pt x="6860" y="2419"/>
                    <a:pt x="6879" y="2418"/>
                    <a:pt x="6899" y="2418"/>
                  </a:cubicBezTo>
                  <a:cubicBezTo>
                    <a:pt x="7422" y="2418"/>
                    <a:pt x="7844" y="2849"/>
                    <a:pt x="7844" y="3368"/>
                  </a:cubicBezTo>
                  <a:lnTo>
                    <a:pt x="7844" y="3635"/>
                  </a:lnTo>
                  <a:cubicBezTo>
                    <a:pt x="7844" y="3859"/>
                    <a:pt x="8032" y="4044"/>
                    <a:pt x="8254" y="4044"/>
                  </a:cubicBezTo>
                  <a:lnTo>
                    <a:pt x="9867" y="4044"/>
                  </a:lnTo>
                  <a:cubicBezTo>
                    <a:pt x="10088" y="4044"/>
                    <a:pt x="10276" y="3859"/>
                    <a:pt x="10276" y="3635"/>
                  </a:cubicBezTo>
                  <a:lnTo>
                    <a:pt x="10276" y="3402"/>
                  </a:lnTo>
                  <a:cubicBezTo>
                    <a:pt x="10276" y="1578"/>
                    <a:pt x="8826" y="47"/>
                    <a:pt x="7003" y="2"/>
                  </a:cubicBezTo>
                  <a:cubicBezTo>
                    <a:pt x="6967" y="1"/>
                    <a:pt x="6932" y="0"/>
                    <a:pt x="6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58" name="Google Shape;958;p36"/>
          <p:cNvGrpSpPr/>
          <p:nvPr/>
        </p:nvGrpSpPr>
        <p:grpSpPr>
          <a:xfrm>
            <a:off x="6227738" y="3703138"/>
            <a:ext cx="345150" cy="345075"/>
            <a:chOff x="3269563" y="2118050"/>
            <a:chExt cx="345150" cy="345075"/>
          </a:xfrm>
        </p:grpSpPr>
        <p:sp>
          <p:nvSpPr>
            <p:cNvPr id="959" name="Google Shape;959;p36"/>
            <p:cNvSpPr/>
            <p:nvPr/>
          </p:nvSpPr>
          <p:spPr>
            <a:xfrm>
              <a:off x="3324213" y="2118050"/>
              <a:ext cx="235800" cy="345075"/>
            </a:xfrm>
            <a:custGeom>
              <a:avLst/>
              <a:gdLst/>
              <a:ahLst/>
              <a:cxnLst/>
              <a:rect l="l" t="t" r="r" b="b"/>
              <a:pathLst>
                <a:path w="9432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697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09" y="8908"/>
                    <a:pt x="2724" y="8170"/>
                    <a:pt x="2127" y="7631"/>
                  </a:cubicBezTo>
                  <a:cubicBezTo>
                    <a:pt x="1285" y="6896"/>
                    <a:pt x="805" y="5833"/>
                    <a:pt x="805" y="4711"/>
                  </a:cubicBezTo>
                  <a:cubicBezTo>
                    <a:pt x="805" y="2559"/>
                    <a:pt x="2559" y="806"/>
                    <a:pt x="4710" y="806"/>
                  </a:cubicBezTo>
                  <a:close/>
                  <a:moveTo>
                    <a:pt x="6194" y="10507"/>
                  </a:moveTo>
                  <a:lnTo>
                    <a:pt x="6194" y="11244"/>
                  </a:lnTo>
                  <a:cubicBezTo>
                    <a:pt x="6194" y="11315"/>
                    <a:pt x="6136" y="11373"/>
                    <a:pt x="6065" y="11373"/>
                  </a:cubicBezTo>
                  <a:lnTo>
                    <a:pt x="3367" y="11373"/>
                  </a:lnTo>
                  <a:cubicBezTo>
                    <a:pt x="3297" y="11373"/>
                    <a:pt x="3226" y="11315"/>
                    <a:pt x="3226" y="11244"/>
                  </a:cubicBezTo>
                  <a:lnTo>
                    <a:pt x="3226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71" y="12987"/>
                    <a:pt x="5249" y="12987"/>
                  </a:cubicBezTo>
                  <a:lnTo>
                    <a:pt x="4172" y="12987"/>
                  </a:lnTo>
                  <a:cubicBezTo>
                    <a:pt x="3950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18" y="9399"/>
                    <a:pt x="2418" y="10111"/>
                  </a:cubicBezTo>
                  <a:lnTo>
                    <a:pt x="2418" y="11244"/>
                  </a:lnTo>
                  <a:cubicBezTo>
                    <a:pt x="2418" y="11618"/>
                    <a:pt x="2643" y="11935"/>
                    <a:pt x="2957" y="12086"/>
                  </a:cubicBezTo>
                  <a:lnTo>
                    <a:pt x="2957" y="12588"/>
                  </a:lnTo>
                  <a:cubicBezTo>
                    <a:pt x="2957" y="13256"/>
                    <a:pt x="3507" y="13803"/>
                    <a:pt x="4172" y="13803"/>
                  </a:cubicBezTo>
                  <a:lnTo>
                    <a:pt x="5249" y="13803"/>
                  </a:lnTo>
                  <a:cubicBezTo>
                    <a:pt x="5925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81" y="11935"/>
                    <a:pt x="7002" y="11618"/>
                    <a:pt x="7002" y="11244"/>
                  </a:cubicBezTo>
                  <a:lnTo>
                    <a:pt x="7002" y="10111"/>
                  </a:lnTo>
                  <a:cubicBezTo>
                    <a:pt x="7002" y="9399"/>
                    <a:pt x="7305" y="8708"/>
                    <a:pt x="7844" y="8240"/>
                  </a:cubicBezTo>
                  <a:cubicBezTo>
                    <a:pt x="8848" y="7351"/>
                    <a:pt x="9432" y="6066"/>
                    <a:pt x="9432" y="4711"/>
                  </a:cubicBezTo>
                  <a:cubicBezTo>
                    <a:pt x="9432" y="2116"/>
                    <a:pt x="7317" y="1"/>
                    <a:pt x="4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3574013" y="2225850"/>
              <a:ext cx="40700" cy="20225"/>
            </a:xfrm>
            <a:custGeom>
              <a:avLst/>
              <a:gdLst/>
              <a:ahLst/>
              <a:cxnLst/>
              <a:rect l="l" t="t" r="r" b="b"/>
              <a:pathLst>
                <a:path w="1628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9"/>
                  </a:cubicBezTo>
                  <a:cubicBezTo>
                    <a:pt x="1" y="620"/>
                    <a:pt x="189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20"/>
                    <a:pt x="1628" y="399"/>
                  </a:cubicBezTo>
                  <a:cubicBezTo>
                    <a:pt x="1628" y="177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3565888" y="215837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1168" y="1"/>
                  </a:moveTo>
                  <a:cubicBezTo>
                    <a:pt x="1101" y="1"/>
                    <a:pt x="1032" y="19"/>
                    <a:pt x="971" y="57"/>
                  </a:cubicBezTo>
                  <a:lnTo>
                    <a:pt x="270" y="455"/>
                  </a:lnTo>
                  <a:cubicBezTo>
                    <a:pt x="71" y="573"/>
                    <a:pt x="0" y="817"/>
                    <a:pt x="115" y="1016"/>
                  </a:cubicBezTo>
                  <a:cubicBezTo>
                    <a:pt x="186" y="1141"/>
                    <a:pt x="325" y="1214"/>
                    <a:pt x="464" y="1214"/>
                  </a:cubicBezTo>
                  <a:cubicBezTo>
                    <a:pt x="533" y="1214"/>
                    <a:pt x="603" y="1196"/>
                    <a:pt x="665" y="1157"/>
                  </a:cubicBezTo>
                  <a:lnTo>
                    <a:pt x="1367" y="758"/>
                  </a:lnTo>
                  <a:cubicBezTo>
                    <a:pt x="1566" y="643"/>
                    <a:pt x="1625" y="396"/>
                    <a:pt x="1518" y="197"/>
                  </a:cubicBezTo>
                  <a:cubicBezTo>
                    <a:pt x="1441" y="73"/>
                    <a:pt x="1305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3565888" y="2283075"/>
              <a:ext cx="40625" cy="30425"/>
            </a:xfrm>
            <a:custGeom>
              <a:avLst/>
              <a:gdLst/>
              <a:ahLst/>
              <a:cxnLst/>
              <a:rect l="l" t="t" r="r" b="b"/>
              <a:pathLst>
                <a:path w="1625" h="1217" extrusionOk="0">
                  <a:moveTo>
                    <a:pt x="476" y="0"/>
                  </a:moveTo>
                  <a:cubicBezTo>
                    <a:pt x="333" y="0"/>
                    <a:pt x="189" y="74"/>
                    <a:pt x="115" y="203"/>
                  </a:cubicBezTo>
                  <a:cubicBezTo>
                    <a:pt x="0" y="399"/>
                    <a:pt x="71" y="646"/>
                    <a:pt x="270" y="750"/>
                  </a:cubicBezTo>
                  <a:lnTo>
                    <a:pt x="971" y="1159"/>
                  </a:lnTo>
                  <a:cubicBezTo>
                    <a:pt x="1032" y="1198"/>
                    <a:pt x="1100" y="1217"/>
                    <a:pt x="1168" y="1217"/>
                  </a:cubicBezTo>
                  <a:cubicBezTo>
                    <a:pt x="1305" y="1217"/>
                    <a:pt x="1441" y="1141"/>
                    <a:pt x="1518" y="1008"/>
                  </a:cubicBezTo>
                  <a:cubicBezTo>
                    <a:pt x="1625" y="820"/>
                    <a:pt x="1566" y="576"/>
                    <a:pt x="1367" y="458"/>
                  </a:cubicBezTo>
                  <a:lnTo>
                    <a:pt x="665" y="48"/>
                  </a:lnTo>
                  <a:cubicBezTo>
                    <a:pt x="607" y="16"/>
                    <a:pt x="54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3269563" y="2225850"/>
              <a:ext cx="40375" cy="20225"/>
            </a:xfrm>
            <a:custGeom>
              <a:avLst/>
              <a:gdLst/>
              <a:ahLst/>
              <a:cxnLst/>
              <a:rect l="l" t="t" r="r" b="b"/>
              <a:pathLst>
                <a:path w="1615" h="809" extrusionOk="0">
                  <a:moveTo>
                    <a:pt x="397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7" y="808"/>
                  </a:cubicBezTo>
                  <a:lnTo>
                    <a:pt x="1216" y="808"/>
                  </a:lnTo>
                  <a:cubicBezTo>
                    <a:pt x="1437" y="808"/>
                    <a:pt x="1614" y="620"/>
                    <a:pt x="1614" y="399"/>
                  </a:cubicBezTo>
                  <a:cubicBezTo>
                    <a:pt x="1614" y="177"/>
                    <a:pt x="1437" y="0"/>
                    <a:pt x="1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3277438" y="215837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1" y="1"/>
                  </a:moveTo>
                  <a:cubicBezTo>
                    <a:pt x="321" y="1"/>
                    <a:pt x="187" y="73"/>
                    <a:pt x="118" y="197"/>
                  </a:cubicBezTo>
                  <a:cubicBezTo>
                    <a:pt x="0" y="396"/>
                    <a:pt x="70" y="643"/>
                    <a:pt x="258" y="758"/>
                  </a:cubicBezTo>
                  <a:lnTo>
                    <a:pt x="960" y="1157"/>
                  </a:lnTo>
                  <a:cubicBezTo>
                    <a:pt x="1026" y="1196"/>
                    <a:pt x="1098" y="1214"/>
                    <a:pt x="1168" y="1214"/>
                  </a:cubicBezTo>
                  <a:cubicBezTo>
                    <a:pt x="1308" y="1214"/>
                    <a:pt x="1442" y="1141"/>
                    <a:pt x="1521" y="1016"/>
                  </a:cubicBezTo>
                  <a:cubicBezTo>
                    <a:pt x="1624" y="817"/>
                    <a:pt x="1554" y="573"/>
                    <a:pt x="1369" y="455"/>
                  </a:cubicBezTo>
                  <a:lnTo>
                    <a:pt x="668" y="57"/>
                  </a:lnTo>
                  <a:cubicBezTo>
                    <a:pt x="602" y="19"/>
                    <a:pt x="531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3277438" y="2283075"/>
              <a:ext cx="40625" cy="30425"/>
            </a:xfrm>
            <a:custGeom>
              <a:avLst/>
              <a:gdLst/>
              <a:ahLst/>
              <a:cxnLst/>
              <a:rect l="l" t="t" r="r" b="b"/>
              <a:pathLst>
                <a:path w="1625" h="1217" extrusionOk="0">
                  <a:moveTo>
                    <a:pt x="1155" y="0"/>
                  </a:moveTo>
                  <a:cubicBezTo>
                    <a:pt x="1089" y="0"/>
                    <a:pt x="1022" y="16"/>
                    <a:pt x="960" y="48"/>
                  </a:cubicBezTo>
                  <a:lnTo>
                    <a:pt x="258" y="458"/>
                  </a:lnTo>
                  <a:cubicBezTo>
                    <a:pt x="70" y="576"/>
                    <a:pt x="0" y="820"/>
                    <a:pt x="118" y="1008"/>
                  </a:cubicBezTo>
                  <a:cubicBezTo>
                    <a:pt x="187" y="1141"/>
                    <a:pt x="321" y="1217"/>
                    <a:pt x="462" y="1217"/>
                  </a:cubicBezTo>
                  <a:cubicBezTo>
                    <a:pt x="531" y="1217"/>
                    <a:pt x="602" y="1198"/>
                    <a:pt x="668" y="1159"/>
                  </a:cubicBezTo>
                  <a:lnTo>
                    <a:pt x="1369" y="750"/>
                  </a:lnTo>
                  <a:cubicBezTo>
                    <a:pt x="1554" y="646"/>
                    <a:pt x="1624" y="399"/>
                    <a:pt x="1521" y="203"/>
                  </a:cubicBezTo>
                  <a:cubicBezTo>
                    <a:pt x="1440" y="74"/>
                    <a:pt x="1300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3363613" y="2158375"/>
              <a:ext cx="156700" cy="155175"/>
            </a:xfrm>
            <a:custGeom>
              <a:avLst/>
              <a:gdLst/>
              <a:ahLst/>
              <a:cxnLst/>
              <a:rect l="l" t="t" r="r" b="b"/>
              <a:pathLst>
                <a:path w="6268" h="6207" extrusionOk="0">
                  <a:moveTo>
                    <a:pt x="3426" y="806"/>
                  </a:moveTo>
                  <a:lnTo>
                    <a:pt x="3437" y="1086"/>
                  </a:lnTo>
                  <a:cubicBezTo>
                    <a:pt x="3451" y="1249"/>
                    <a:pt x="3555" y="1389"/>
                    <a:pt x="3707" y="1448"/>
                  </a:cubicBezTo>
                  <a:cubicBezTo>
                    <a:pt x="3917" y="1518"/>
                    <a:pt x="4116" y="1636"/>
                    <a:pt x="4279" y="1777"/>
                  </a:cubicBezTo>
                  <a:cubicBezTo>
                    <a:pt x="4359" y="1841"/>
                    <a:pt x="4457" y="1875"/>
                    <a:pt x="4556" y="1875"/>
                  </a:cubicBezTo>
                  <a:cubicBezTo>
                    <a:pt x="4617" y="1875"/>
                    <a:pt x="4679" y="1862"/>
                    <a:pt x="4736" y="1835"/>
                  </a:cubicBezTo>
                  <a:lnTo>
                    <a:pt x="4980" y="1706"/>
                  </a:lnTo>
                  <a:lnTo>
                    <a:pt x="5261" y="2209"/>
                  </a:lnTo>
                  <a:lnTo>
                    <a:pt x="5039" y="2360"/>
                  </a:lnTo>
                  <a:cubicBezTo>
                    <a:pt x="4899" y="2441"/>
                    <a:pt x="4829" y="2607"/>
                    <a:pt x="4854" y="2770"/>
                  </a:cubicBezTo>
                  <a:cubicBezTo>
                    <a:pt x="4877" y="2887"/>
                    <a:pt x="4888" y="2991"/>
                    <a:pt x="4888" y="3098"/>
                  </a:cubicBezTo>
                  <a:cubicBezTo>
                    <a:pt x="4888" y="3202"/>
                    <a:pt x="4877" y="3319"/>
                    <a:pt x="4854" y="3437"/>
                  </a:cubicBezTo>
                  <a:cubicBezTo>
                    <a:pt x="4829" y="3589"/>
                    <a:pt x="4899" y="3763"/>
                    <a:pt x="5039" y="3844"/>
                  </a:cubicBezTo>
                  <a:lnTo>
                    <a:pt x="5261" y="3998"/>
                  </a:lnTo>
                  <a:lnTo>
                    <a:pt x="4980" y="4500"/>
                  </a:lnTo>
                  <a:lnTo>
                    <a:pt x="4736" y="4371"/>
                  </a:lnTo>
                  <a:cubicBezTo>
                    <a:pt x="4675" y="4343"/>
                    <a:pt x="4609" y="4328"/>
                    <a:pt x="4544" y="4328"/>
                  </a:cubicBezTo>
                  <a:cubicBezTo>
                    <a:pt x="4449" y="4328"/>
                    <a:pt x="4356" y="4360"/>
                    <a:pt x="4279" y="4430"/>
                  </a:cubicBezTo>
                  <a:cubicBezTo>
                    <a:pt x="4116" y="4571"/>
                    <a:pt x="3917" y="4686"/>
                    <a:pt x="3707" y="4756"/>
                  </a:cubicBezTo>
                  <a:cubicBezTo>
                    <a:pt x="3555" y="4803"/>
                    <a:pt x="3451" y="4955"/>
                    <a:pt x="3437" y="5120"/>
                  </a:cubicBezTo>
                  <a:lnTo>
                    <a:pt x="3426" y="5387"/>
                  </a:lnTo>
                  <a:lnTo>
                    <a:pt x="2854" y="5387"/>
                  </a:lnTo>
                  <a:lnTo>
                    <a:pt x="2831" y="5120"/>
                  </a:lnTo>
                  <a:cubicBezTo>
                    <a:pt x="2831" y="4955"/>
                    <a:pt x="2714" y="4803"/>
                    <a:pt x="2562" y="4756"/>
                  </a:cubicBezTo>
                  <a:cubicBezTo>
                    <a:pt x="2352" y="4686"/>
                    <a:pt x="2164" y="4571"/>
                    <a:pt x="1990" y="4430"/>
                  </a:cubicBezTo>
                  <a:cubicBezTo>
                    <a:pt x="1920" y="4360"/>
                    <a:pt x="1825" y="4328"/>
                    <a:pt x="1730" y="4328"/>
                  </a:cubicBezTo>
                  <a:cubicBezTo>
                    <a:pt x="1665" y="4328"/>
                    <a:pt x="1601" y="4343"/>
                    <a:pt x="1544" y="4371"/>
                  </a:cubicBezTo>
                  <a:lnTo>
                    <a:pt x="1300" y="4500"/>
                  </a:lnTo>
                  <a:lnTo>
                    <a:pt x="1008" y="3998"/>
                  </a:lnTo>
                  <a:lnTo>
                    <a:pt x="1241" y="3844"/>
                  </a:lnTo>
                  <a:cubicBezTo>
                    <a:pt x="1381" y="3763"/>
                    <a:pt x="1451" y="3589"/>
                    <a:pt x="1418" y="3437"/>
                  </a:cubicBezTo>
                  <a:cubicBezTo>
                    <a:pt x="1392" y="3319"/>
                    <a:pt x="1381" y="3202"/>
                    <a:pt x="1381" y="3098"/>
                  </a:cubicBezTo>
                  <a:cubicBezTo>
                    <a:pt x="1381" y="2991"/>
                    <a:pt x="1392" y="2887"/>
                    <a:pt x="1418" y="2770"/>
                  </a:cubicBezTo>
                  <a:cubicBezTo>
                    <a:pt x="1451" y="2607"/>
                    <a:pt x="1381" y="2441"/>
                    <a:pt x="1241" y="2360"/>
                  </a:cubicBezTo>
                  <a:lnTo>
                    <a:pt x="1008" y="2209"/>
                  </a:lnTo>
                  <a:lnTo>
                    <a:pt x="1300" y="1706"/>
                  </a:lnTo>
                  <a:lnTo>
                    <a:pt x="1544" y="1835"/>
                  </a:lnTo>
                  <a:cubicBezTo>
                    <a:pt x="1597" y="1862"/>
                    <a:pt x="1657" y="1875"/>
                    <a:pt x="1718" y="1875"/>
                  </a:cubicBezTo>
                  <a:cubicBezTo>
                    <a:pt x="1817" y="1875"/>
                    <a:pt x="1917" y="1841"/>
                    <a:pt x="1990" y="1777"/>
                  </a:cubicBezTo>
                  <a:cubicBezTo>
                    <a:pt x="2164" y="1636"/>
                    <a:pt x="2352" y="1518"/>
                    <a:pt x="2562" y="1448"/>
                  </a:cubicBezTo>
                  <a:cubicBezTo>
                    <a:pt x="2714" y="1389"/>
                    <a:pt x="2831" y="1249"/>
                    <a:pt x="2831" y="1086"/>
                  </a:cubicBezTo>
                  <a:lnTo>
                    <a:pt x="2854" y="806"/>
                  </a:lnTo>
                  <a:close/>
                  <a:moveTo>
                    <a:pt x="2470" y="1"/>
                  </a:moveTo>
                  <a:cubicBezTo>
                    <a:pt x="2245" y="1"/>
                    <a:pt x="2071" y="175"/>
                    <a:pt x="2060" y="385"/>
                  </a:cubicBezTo>
                  <a:lnTo>
                    <a:pt x="2035" y="795"/>
                  </a:lnTo>
                  <a:cubicBezTo>
                    <a:pt x="1920" y="854"/>
                    <a:pt x="1802" y="913"/>
                    <a:pt x="1684" y="994"/>
                  </a:cubicBezTo>
                  <a:lnTo>
                    <a:pt x="1322" y="806"/>
                  </a:lnTo>
                  <a:cubicBezTo>
                    <a:pt x="1267" y="778"/>
                    <a:pt x="1208" y="765"/>
                    <a:pt x="1148" y="765"/>
                  </a:cubicBezTo>
                  <a:cubicBezTo>
                    <a:pt x="1008" y="765"/>
                    <a:pt x="867" y="839"/>
                    <a:pt x="786" y="969"/>
                  </a:cubicBezTo>
                  <a:lnTo>
                    <a:pt x="119" y="2138"/>
                  </a:lnTo>
                  <a:cubicBezTo>
                    <a:pt x="1" y="2326"/>
                    <a:pt x="60" y="2559"/>
                    <a:pt x="248" y="2677"/>
                  </a:cubicBezTo>
                  <a:lnTo>
                    <a:pt x="587" y="2899"/>
                  </a:lnTo>
                  <a:cubicBezTo>
                    <a:pt x="576" y="2969"/>
                    <a:pt x="576" y="3039"/>
                    <a:pt x="576" y="3098"/>
                  </a:cubicBezTo>
                  <a:cubicBezTo>
                    <a:pt x="576" y="3168"/>
                    <a:pt x="576" y="3238"/>
                    <a:pt x="587" y="3308"/>
                  </a:cubicBezTo>
                  <a:lnTo>
                    <a:pt x="248" y="3530"/>
                  </a:lnTo>
                  <a:cubicBezTo>
                    <a:pt x="60" y="3648"/>
                    <a:pt x="1" y="3881"/>
                    <a:pt x="119" y="4068"/>
                  </a:cubicBezTo>
                  <a:lnTo>
                    <a:pt x="786" y="5235"/>
                  </a:lnTo>
                  <a:cubicBezTo>
                    <a:pt x="865" y="5364"/>
                    <a:pt x="999" y="5437"/>
                    <a:pt x="1135" y="5437"/>
                  </a:cubicBezTo>
                  <a:cubicBezTo>
                    <a:pt x="1199" y="5437"/>
                    <a:pt x="1263" y="5421"/>
                    <a:pt x="1322" y="5387"/>
                  </a:cubicBezTo>
                  <a:lnTo>
                    <a:pt x="1684" y="5213"/>
                  </a:lnTo>
                  <a:cubicBezTo>
                    <a:pt x="1802" y="5283"/>
                    <a:pt x="1920" y="5353"/>
                    <a:pt x="2035" y="5412"/>
                  </a:cubicBezTo>
                  <a:lnTo>
                    <a:pt x="2060" y="5822"/>
                  </a:lnTo>
                  <a:cubicBezTo>
                    <a:pt x="2071" y="6032"/>
                    <a:pt x="2245" y="6206"/>
                    <a:pt x="2470" y="6206"/>
                  </a:cubicBezTo>
                  <a:lnTo>
                    <a:pt x="3813" y="6206"/>
                  </a:lnTo>
                  <a:cubicBezTo>
                    <a:pt x="4024" y="6206"/>
                    <a:pt x="4209" y="6032"/>
                    <a:pt x="4209" y="5822"/>
                  </a:cubicBezTo>
                  <a:lnTo>
                    <a:pt x="4234" y="5412"/>
                  </a:lnTo>
                  <a:cubicBezTo>
                    <a:pt x="4363" y="5353"/>
                    <a:pt x="4478" y="5283"/>
                    <a:pt x="4596" y="5213"/>
                  </a:cubicBezTo>
                  <a:lnTo>
                    <a:pt x="4947" y="5387"/>
                  </a:lnTo>
                  <a:cubicBezTo>
                    <a:pt x="5010" y="5421"/>
                    <a:pt x="5077" y="5437"/>
                    <a:pt x="5142" y="5437"/>
                  </a:cubicBezTo>
                  <a:cubicBezTo>
                    <a:pt x="5281" y="5437"/>
                    <a:pt x="5413" y="5364"/>
                    <a:pt x="5485" y="5235"/>
                  </a:cubicBezTo>
                  <a:lnTo>
                    <a:pt x="6161" y="4068"/>
                  </a:lnTo>
                  <a:cubicBezTo>
                    <a:pt x="6268" y="3881"/>
                    <a:pt x="6209" y="3648"/>
                    <a:pt x="6032" y="3530"/>
                  </a:cubicBezTo>
                  <a:lnTo>
                    <a:pt x="5696" y="3308"/>
                  </a:lnTo>
                  <a:lnTo>
                    <a:pt x="5696" y="3098"/>
                  </a:lnTo>
                  <a:lnTo>
                    <a:pt x="5696" y="2899"/>
                  </a:lnTo>
                  <a:lnTo>
                    <a:pt x="6032" y="2677"/>
                  </a:lnTo>
                  <a:cubicBezTo>
                    <a:pt x="6209" y="2559"/>
                    <a:pt x="6268" y="2326"/>
                    <a:pt x="6161" y="2138"/>
                  </a:cubicBezTo>
                  <a:lnTo>
                    <a:pt x="5485" y="969"/>
                  </a:lnTo>
                  <a:cubicBezTo>
                    <a:pt x="5410" y="839"/>
                    <a:pt x="5273" y="765"/>
                    <a:pt x="5129" y="765"/>
                  </a:cubicBezTo>
                  <a:cubicBezTo>
                    <a:pt x="5068" y="765"/>
                    <a:pt x="5006" y="778"/>
                    <a:pt x="4947" y="806"/>
                  </a:cubicBezTo>
                  <a:lnTo>
                    <a:pt x="4596" y="994"/>
                  </a:lnTo>
                  <a:cubicBezTo>
                    <a:pt x="4478" y="913"/>
                    <a:pt x="4363" y="854"/>
                    <a:pt x="4234" y="795"/>
                  </a:cubicBezTo>
                  <a:lnTo>
                    <a:pt x="4209" y="385"/>
                  </a:lnTo>
                  <a:cubicBezTo>
                    <a:pt x="4209" y="175"/>
                    <a:pt x="4024" y="1"/>
                    <a:pt x="3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3411588" y="2205725"/>
              <a:ext cx="60775" cy="60475"/>
            </a:xfrm>
            <a:custGeom>
              <a:avLst/>
              <a:gdLst/>
              <a:ahLst/>
              <a:cxnLst/>
              <a:rect l="l" t="t" r="r" b="b"/>
              <a:pathLst>
                <a:path w="2431" h="2419" extrusionOk="0">
                  <a:moveTo>
                    <a:pt x="1215" y="805"/>
                  </a:moveTo>
                  <a:cubicBezTo>
                    <a:pt x="1437" y="805"/>
                    <a:pt x="1625" y="982"/>
                    <a:pt x="1625" y="1204"/>
                  </a:cubicBezTo>
                  <a:cubicBezTo>
                    <a:pt x="1625" y="1425"/>
                    <a:pt x="1437" y="1613"/>
                    <a:pt x="1215" y="1613"/>
                  </a:cubicBezTo>
                  <a:cubicBezTo>
                    <a:pt x="994" y="1613"/>
                    <a:pt x="817" y="1425"/>
                    <a:pt x="817" y="1204"/>
                  </a:cubicBezTo>
                  <a:cubicBezTo>
                    <a:pt x="817" y="982"/>
                    <a:pt x="994" y="805"/>
                    <a:pt x="1215" y="805"/>
                  </a:cubicBezTo>
                  <a:close/>
                  <a:moveTo>
                    <a:pt x="1215" y="0"/>
                  </a:moveTo>
                  <a:cubicBezTo>
                    <a:pt x="551" y="0"/>
                    <a:pt x="1" y="536"/>
                    <a:pt x="1" y="1204"/>
                  </a:cubicBezTo>
                  <a:cubicBezTo>
                    <a:pt x="1" y="1880"/>
                    <a:pt x="551" y="2419"/>
                    <a:pt x="1215" y="2419"/>
                  </a:cubicBezTo>
                  <a:cubicBezTo>
                    <a:pt x="1883" y="2419"/>
                    <a:pt x="2430" y="1880"/>
                    <a:pt x="2430" y="1204"/>
                  </a:cubicBezTo>
                  <a:cubicBezTo>
                    <a:pt x="2430" y="536"/>
                    <a:pt x="1883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68" name="Google Shape;968;p3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10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69" name="Google Shape;969;p3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70" name="Google Shape;970;p3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71" name="Google Shape;971;p3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72" name="Google Shape;972;p3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3" name="TextBox 97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RECONSTRUCTING THE BLOCH VECTOR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914400" y="11887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For each direction, average many measurement results: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914400" y="1874519"/>
            <a:ext cx="6766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z = (fraction of "up" results) − (fraction of "down" results)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914400" y="2697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Do the same subtraction for X and Y to obtain x and y.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914400" y="3383280"/>
            <a:ext cx="5943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DCE6"/>
                </a:solidFill>
                <a:latin typeface="Raleway"/>
              </a:rPr>
              <a:t>needle position  =  ( x , y , z )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914400" y="4343400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More repeats per direction reduce statistical fluctuations and make the reconstruction more accurate.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78" name="Google Shape;978;p37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79" name="Google Shape;979;p3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0" name="Google Shape;980;p3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1" name="Google Shape;981;p3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82" name="Google Shape;982;p3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TextBox 98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BASIC QISKIT IMPLEMENTATION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31520" y="1051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CODE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731520" y="15087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# Measure the same unknown qubit in three different bases
for basis in ["Z", "X", "Y"]:
    qc = unknown_qubit_circuit()
    if basis == "X": qc.h(0)
    if basis == "Y": qc.sdg(0); qc.h(0)
    qc.measure_all()
    counts = run(qc, shots=4000)
    p0 = counts["0"] / 4000
    p1 = counts["1"] / 4000
    coordinate[basis] = p0 - p1
needle = (coordinate["X"], coordinate["Y"], coordinate["Z"])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360920" y="15544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This is the basic shape from the supplied lecture. The complete lab is separate.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360920" y="3657600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Z → z
X → x
Y → 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8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12</a:t>
            </a:r>
            <a:endParaRPr/>
          </a:p>
        </p:txBody>
      </p:sp>
      <p:sp>
        <p:nvSpPr>
          <p:cNvPr id="989" name="Google Shape;989;p38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8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91" name="Google Shape;991;p38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92" name="Google Shape;992;p3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3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94" name="Google Shape;994;p3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38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96" name="Google Shape;996;p3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7" name="Google Shape;997;p3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98" name="Google Shape;998;p3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9" name="Google Shape;999;p38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000" name="Google Shape;1000;p3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13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001" name="Google Shape;100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3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03" name="Google Shape;1003;p3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004" name="Google Shape;1004;p3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005" name="Google Shape;1005;p3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6" name="TextBox 1005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VISUALIZATION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1" name="Google Shape;1011;p39"/>
          <p:cNvSpPr txBox="1"/>
          <p:nvPr/>
        </p:nvSpPr>
        <p:spPr>
          <a:xfrm>
            <a:off x="83897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2" name="Google Shape;1012;p39"/>
          <p:cNvSpPr txBox="1"/>
          <p:nvPr/>
        </p:nvSpPr>
        <p:spPr>
          <a:xfrm>
            <a:off x="83897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3" name="Google Shape;1013;p39"/>
          <p:cNvSpPr txBox="1"/>
          <p:nvPr/>
        </p:nvSpPr>
        <p:spPr>
          <a:xfrm>
            <a:off x="83897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4" name="Google Shape;1014;p39"/>
          <p:cNvSpPr txBox="1"/>
          <p:nvPr/>
        </p:nvSpPr>
        <p:spPr>
          <a:xfrm>
            <a:off x="6641225" y="127432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5" name="Google Shape;1015;p39"/>
          <p:cNvSpPr txBox="1"/>
          <p:nvPr/>
        </p:nvSpPr>
        <p:spPr>
          <a:xfrm>
            <a:off x="6641225" y="2287977"/>
            <a:ext cx="16638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6" name="Google Shape;1016;p39"/>
          <p:cNvSpPr txBox="1"/>
          <p:nvPr/>
        </p:nvSpPr>
        <p:spPr>
          <a:xfrm>
            <a:off x="6641225" y="3404903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17" name="Google Shape;1017;p39"/>
          <p:cNvSpPr txBox="1"/>
          <p:nvPr/>
        </p:nvSpPr>
        <p:spPr>
          <a:xfrm>
            <a:off x="856614" y="1556126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8" name="Google Shape;1018;p39"/>
          <p:cNvSpPr txBox="1"/>
          <p:nvPr/>
        </p:nvSpPr>
        <p:spPr>
          <a:xfrm>
            <a:off x="838975" y="2621449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9" name="Google Shape;1019;p39"/>
          <p:cNvSpPr txBox="1"/>
          <p:nvPr/>
        </p:nvSpPr>
        <p:spPr>
          <a:xfrm>
            <a:off x="838975" y="368677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0" name="Google Shape;1020;p39"/>
          <p:cNvSpPr txBox="1"/>
          <p:nvPr/>
        </p:nvSpPr>
        <p:spPr>
          <a:xfrm>
            <a:off x="6641225" y="1556126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1" name="Google Shape;1021;p39"/>
          <p:cNvSpPr txBox="1"/>
          <p:nvPr/>
        </p:nvSpPr>
        <p:spPr>
          <a:xfrm>
            <a:off x="6641225" y="2621450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2" name="Google Shape;1022;p39"/>
          <p:cNvSpPr txBox="1"/>
          <p:nvPr/>
        </p:nvSpPr>
        <p:spPr>
          <a:xfrm>
            <a:off x="6641225" y="368677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3" name="Google Shape;1023;p39"/>
          <p:cNvSpPr/>
          <p:nvPr/>
        </p:nvSpPr>
        <p:spPr>
          <a:xfrm>
            <a:off x="3889991" y="1149143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4" name="Google Shape;1024;p39"/>
          <p:cNvGrpSpPr/>
          <p:nvPr/>
        </p:nvGrpSpPr>
        <p:grpSpPr>
          <a:xfrm>
            <a:off x="3817877" y="1147177"/>
            <a:ext cx="1551654" cy="3149588"/>
            <a:chOff x="5186401" y="494525"/>
            <a:chExt cx="1834973" cy="3724678"/>
          </a:xfrm>
        </p:grpSpPr>
        <p:sp>
          <p:nvSpPr>
            <p:cNvPr id="1025" name="Google Shape;1025;p39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9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7" name="Google Shape;1027;p39"/>
          <p:cNvSpPr/>
          <p:nvPr/>
        </p:nvSpPr>
        <p:spPr>
          <a:xfrm>
            <a:off x="257897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9"/>
          <p:cNvSpPr/>
          <p:nvPr/>
        </p:nvSpPr>
        <p:spPr>
          <a:xfrm>
            <a:off x="257897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39"/>
          <p:cNvSpPr/>
          <p:nvPr/>
        </p:nvSpPr>
        <p:spPr>
          <a:xfrm>
            <a:off x="257897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39"/>
          <p:cNvSpPr/>
          <p:nvPr/>
        </p:nvSpPr>
        <p:spPr>
          <a:xfrm>
            <a:off x="6016325" y="12743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39"/>
          <p:cNvSpPr/>
          <p:nvPr/>
        </p:nvSpPr>
        <p:spPr>
          <a:xfrm>
            <a:off x="6016325" y="229395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39"/>
          <p:cNvSpPr/>
          <p:nvPr/>
        </p:nvSpPr>
        <p:spPr>
          <a:xfrm>
            <a:off x="6016325" y="34049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3" name="Google Shape;1033;p39"/>
          <p:cNvCxnSpPr>
            <a:stCxn id="1027" idx="3"/>
          </p:cNvCxnSpPr>
          <p:nvPr/>
        </p:nvCxnSpPr>
        <p:spPr>
          <a:xfrm>
            <a:off x="3127675" y="1548675"/>
            <a:ext cx="1052700" cy="482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34" name="Google Shape;1034;p39"/>
          <p:cNvCxnSpPr>
            <a:stCxn id="1028" idx="3"/>
          </p:cNvCxnSpPr>
          <p:nvPr/>
        </p:nvCxnSpPr>
        <p:spPr>
          <a:xfrm rot="10800000" flipH="1">
            <a:off x="3127675" y="2191200"/>
            <a:ext cx="1754700" cy="37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35" name="Google Shape;1035;p39"/>
          <p:cNvCxnSpPr>
            <a:stCxn id="1029" idx="3"/>
          </p:cNvCxnSpPr>
          <p:nvPr/>
        </p:nvCxnSpPr>
        <p:spPr>
          <a:xfrm rot="10800000" flipH="1">
            <a:off x="3127675" y="3125150"/>
            <a:ext cx="1072500" cy="554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36" name="Google Shape;1036;p39"/>
          <p:cNvCxnSpPr>
            <a:stCxn id="1030" idx="1"/>
          </p:cNvCxnSpPr>
          <p:nvPr/>
        </p:nvCxnSpPr>
        <p:spPr>
          <a:xfrm flipH="1">
            <a:off x="4718525" y="1548675"/>
            <a:ext cx="1297800" cy="167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37" name="Google Shape;1037;p39"/>
          <p:cNvCxnSpPr>
            <a:stCxn id="1031" idx="1"/>
          </p:cNvCxnSpPr>
          <p:nvPr/>
        </p:nvCxnSpPr>
        <p:spPr>
          <a:xfrm flipH="1">
            <a:off x="5033225" y="2568300"/>
            <a:ext cx="983100" cy="298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38" name="Google Shape;1038;p39"/>
          <p:cNvCxnSpPr>
            <a:stCxn id="1032" idx="1"/>
          </p:cNvCxnSpPr>
          <p:nvPr/>
        </p:nvCxnSpPr>
        <p:spPr>
          <a:xfrm rot="10800000">
            <a:off x="5164625" y="3249950"/>
            <a:ext cx="851700" cy="42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1039" name="Google Shape;1039;p39"/>
          <p:cNvGrpSpPr/>
          <p:nvPr/>
        </p:nvGrpSpPr>
        <p:grpSpPr>
          <a:xfrm>
            <a:off x="2681488" y="3506675"/>
            <a:ext cx="343675" cy="345150"/>
            <a:chOff x="6289363" y="3797375"/>
            <a:chExt cx="343675" cy="345150"/>
          </a:xfrm>
        </p:grpSpPr>
        <p:sp>
          <p:nvSpPr>
            <p:cNvPr id="1040" name="Google Shape;1040;p39"/>
            <p:cNvSpPr/>
            <p:nvPr/>
          </p:nvSpPr>
          <p:spPr>
            <a:xfrm>
              <a:off x="6289363" y="3797375"/>
              <a:ext cx="343675" cy="345150"/>
            </a:xfrm>
            <a:custGeom>
              <a:avLst/>
              <a:gdLst/>
              <a:ahLst/>
              <a:cxnLst/>
              <a:rect l="l" t="t" r="r" b="b"/>
              <a:pathLst>
                <a:path w="13747" h="13806" extrusionOk="0">
                  <a:moveTo>
                    <a:pt x="6874" y="809"/>
                  </a:moveTo>
                  <a:cubicBezTo>
                    <a:pt x="7552" y="809"/>
                    <a:pt x="8125" y="1263"/>
                    <a:pt x="8299" y="1883"/>
                  </a:cubicBezTo>
                  <a:lnTo>
                    <a:pt x="5448" y="1883"/>
                  </a:lnTo>
                  <a:cubicBezTo>
                    <a:pt x="5622" y="1263"/>
                    <a:pt x="6195" y="809"/>
                    <a:pt x="6874" y="809"/>
                  </a:cubicBezTo>
                  <a:close/>
                  <a:moveTo>
                    <a:pt x="5390" y="2691"/>
                  </a:moveTo>
                  <a:lnTo>
                    <a:pt x="5390" y="3496"/>
                  </a:lnTo>
                  <a:lnTo>
                    <a:pt x="4582" y="3496"/>
                  </a:lnTo>
                  <a:lnTo>
                    <a:pt x="4582" y="2691"/>
                  </a:lnTo>
                  <a:close/>
                  <a:moveTo>
                    <a:pt x="9165" y="2691"/>
                  </a:moveTo>
                  <a:lnTo>
                    <a:pt x="9165" y="3496"/>
                  </a:lnTo>
                  <a:lnTo>
                    <a:pt x="6195" y="3496"/>
                  </a:lnTo>
                  <a:lnTo>
                    <a:pt x="6195" y="2691"/>
                  </a:lnTo>
                  <a:close/>
                  <a:moveTo>
                    <a:pt x="8299" y="4315"/>
                  </a:moveTo>
                  <a:cubicBezTo>
                    <a:pt x="8125" y="4935"/>
                    <a:pt x="7552" y="5390"/>
                    <a:pt x="6874" y="5390"/>
                  </a:cubicBezTo>
                  <a:cubicBezTo>
                    <a:pt x="6195" y="5390"/>
                    <a:pt x="5622" y="4935"/>
                    <a:pt x="5448" y="4315"/>
                  </a:cubicBezTo>
                  <a:close/>
                  <a:moveTo>
                    <a:pt x="1614" y="4315"/>
                  </a:moveTo>
                  <a:lnTo>
                    <a:pt x="1614" y="6220"/>
                  </a:lnTo>
                  <a:cubicBezTo>
                    <a:pt x="1100" y="5917"/>
                    <a:pt x="808" y="5578"/>
                    <a:pt x="808" y="5261"/>
                  </a:cubicBezTo>
                  <a:cubicBezTo>
                    <a:pt x="808" y="4958"/>
                    <a:pt x="1100" y="4618"/>
                    <a:pt x="1614" y="4315"/>
                  </a:cubicBezTo>
                  <a:close/>
                  <a:moveTo>
                    <a:pt x="12133" y="4315"/>
                  </a:moveTo>
                  <a:cubicBezTo>
                    <a:pt x="12647" y="4618"/>
                    <a:pt x="12941" y="4958"/>
                    <a:pt x="12941" y="5261"/>
                  </a:cubicBezTo>
                  <a:cubicBezTo>
                    <a:pt x="12941" y="5578"/>
                    <a:pt x="12647" y="5917"/>
                    <a:pt x="12133" y="6220"/>
                  </a:cubicBezTo>
                  <a:lnTo>
                    <a:pt x="12133" y="4315"/>
                  </a:lnTo>
                  <a:close/>
                  <a:moveTo>
                    <a:pt x="8487" y="6198"/>
                  </a:moveTo>
                  <a:cubicBezTo>
                    <a:pt x="9084" y="6198"/>
                    <a:pt x="9631" y="6501"/>
                    <a:pt x="9948" y="6980"/>
                  </a:cubicBezTo>
                  <a:cubicBezTo>
                    <a:pt x="9025" y="7168"/>
                    <a:pt x="7973" y="7272"/>
                    <a:pt x="6874" y="7272"/>
                  </a:cubicBezTo>
                  <a:cubicBezTo>
                    <a:pt x="5774" y="7272"/>
                    <a:pt x="4722" y="7168"/>
                    <a:pt x="3799" y="6980"/>
                  </a:cubicBezTo>
                  <a:cubicBezTo>
                    <a:pt x="4116" y="6501"/>
                    <a:pt x="4666" y="6198"/>
                    <a:pt x="5260" y="6198"/>
                  </a:cubicBezTo>
                  <a:close/>
                  <a:moveTo>
                    <a:pt x="12941" y="6630"/>
                  </a:moveTo>
                  <a:lnTo>
                    <a:pt x="12941" y="10967"/>
                  </a:lnTo>
                  <a:cubicBezTo>
                    <a:pt x="12941" y="11421"/>
                    <a:pt x="12333" y="11923"/>
                    <a:pt x="11303" y="12311"/>
                  </a:cubicBezTo>
                  <a:cubicBezTo>
                    <a:pt x="10837" y="12484"/>
                    <a:pt x="10299" y="12625"/>
                    <a:pt x="9727" y="12743"/>
                  </a:cubicBezTo>
                  <a:lnTo>
                    <a:pt x="8837" y="11292"/>
                  </a:lnTo>
                  <a:cubicBezTo>
                    <a:pt x="8767" y="11177"/>
                    <a:pt x="8627" y="11107"/>
                    <a:pt x="8487" y="11107"/>
                  </a:cubicBezTo>
                  <a:lnTo>
                    <a:pt x="7364" y="11107"/>
                  </a:lnTo>
                  <a:lnTo>
                    <a:pt x="6139" y="9143"/>
                  </a:lnTo>
                  <a:cubicBezTo>
                    <a:pt x="6068" y="9026"/>
                    <a:pt x="5939" y="8944"/>
                    <a:pt x="5799" y="8944"/>
                  </a:cubicBezTo>
                  <a:cubicBezTo>
                    <a:pt x="5670" y="8944"/>
                    <a:pt x="5541" y="9014"/>
                    <a:pt x="5460" y="9132"/>
                  </a:cubicBezTo>
                  <a:lnTo>
                    <a:pt x="3179" y="12543"/>
                  </a:lnTo>
                  <a:cubicBezTo>
                    <a:pt x="2924" y="12473"/>
                    <a:pt x="2677" y="12392"/>
                    <a:pt x="2444" y="12311"/>
                  </a:cubicBezTo>
                  <a:cubicBezTo>
                    <a:pt x="1414" y="11923"/>
                    <a:pt x="808" y="11421"/>
                    <a:pt x="808" y="10967"/>
                  </a:cubicBezTo>
                  <a:lnTo>
                    <a:pt x="808" y="6630"/>
                  </a:lnTo>
                  <a:cubicBezTo>
                    <a:pt x="1159" y="6899"/>
                    <a:pt x="1602" y="7143"/>
                    <a:pt x="2152" y="7342"/>
                  </a:cubicBezTo>
                  <a:cubicBezTo>
                    <a:pt x="3426" y="7822"/>
                    <a:pt x="5098" y="8080"/>
                    <a:pt x="6874" y="8080"/>
                  </a:cubicBezTo>
                  <a:cubicBezTo>
                    <a:pt x="8649" y="8080"/>
                    <a:pt x="10321" y="7822"/>
                    <a:pt x="11595" y="7342"/>
                  </a:cubicBezTo>
                  <a:cubicBezTo>
                    <a:pt x="12145" y="7143"/>
                    <a:pt x="12591" y="6899"/>
                    <a:pt x="12941" y="6630"/>
                  </a:cubicBezTo>
                  <a:close/>
                  <a:moveTo>
                    <a:pt x="5788" y="10100"/>
                  </a:moveTo>
                  <a:lnTo>
                    <a:pt x="6803" y="11727"/>
                  </a:lnTo>
                  <a:cubicBezTo>
                    <a:pt x="6874" y="11842"/>
                    <a:pt x="7003" y="11912"/>
                    <a:pt x="7143" y="11912"/>
                  </a:cubicBezTo>
                  <a:lnTo>
                    <a:pt x="8265" y="11912"/>
                  </a:lnTo>
                  <a:lnTo>
                    <a:pt x="8860" y="12872"/>
                  </a:lnTo>
                  <a:cubicBezTo>
                    <a:pt x="8228" y="12953"/>
                    <a:pt x="7564" y="12989"/>
                    <a:pt x="6874" y="12989"/>
                  </a:cubicBezTo>
                  <a:cubicBezTo>
                    <a:pt x="5869" y="12989"/>
                    <a:pt x="4899" y="12905"/>
                    <a:pt x="4021" y="12743"/>
                  </a:cubicBezTo>
                  <a:lnTo>
                    <a:pt x="5788" y="10100"/>
                  </a:lnTo>
                  <a:close/>
                  <a:moveTo>
                    <a:pt x="6874" y="1"/>
                  </a:moveTo>
                  <a:cubicBezTo>
                    <a:pt x="5751" y="1"/>
                    <a:pt x="4817" y="809"/>
                    <a:pt x="4618" y="1883"/>
                  </a:cubicBezTo>
                  <a:lnTo>
                    <a:pt x="4175" y="1883"/>
                  </a:lnTo>
                  <a:cubicBezTo>
                    <a:pt x="3950" y="1883"/>
                    <a:pt x="3776" y="2060"/>
                    <a:pt x="3776" y="2293"/>
                  </a:cubicBezTo>
                  <a:lnTo>
                    <a:pt x="3776" y="3906"/>
                  </a:lnTo>
                  <a:cubicBezTo>
                    <a:pt x="3776" y="4127"/>
                    <a:pt x="3950" y="4315"/>
                    <a:pt x="4175" y="4315"/>
                  </a:cubicBezTo>
                  <a:lnTo>
                    <a:pt x="4618" y="4315"/>
                  </a:lnTo>
                  <a:cubicBezTo>
                    <a:pt x="4688" y="4714"/>
                    <a:pt x="4876" y="5087"/>
                    <a:pt x="5131" y="5390"/>
                  </a:cubicBezTo>
                  <a:cubicBezTo>
                    <a:pt x="4220" y="5438"/>
                    <a:pt x="3403" y="5962"/>
                    <a:pt x="2983" y="6770"/>
                  </a:cubicBezTo>
                  <a:cubicBezTo>
                    <a:pt x="2795" y="6711"/>
                    <a:pt x="2607" y="6652"/>
                    <a:pt x="2421" y="6582"/>
                  </a:cubicBezTo>
                  <a:lnTo>
                    <a:pt x="2421" y="3662"/>
                  </a:lnTo>
                  <a:cubicBezTo>
                    <a:pt x="2421" y="3566"/>
                    <a:pt x="2396" y="3474"/>
                    <a:pt x="2337" y="3392"/>
                  </a:cubicBezTo>
                  <a:cubicBezTo>
                    <a:pt x="2258" y="3295"/>
                    <a:pt x="2138" y="3243"/>
                    <a:pt x="2017" y="3243"/>
                  </a:cubicBezTo>
                  <a:cubicBezTo>
                    <a:pt x="1964" y="3243"/>
                    <a:pt x="1910" y="3253"/>
                    <a:pt x="1860" y="3275"/>
                  </a:cubicBezTo>
                  <a:cubicBezTo>
                    <a:pt x="329" y="3928"/>
                    <a:pt x="0" y="4714"/>
                    <a:pt x="0" y="5250"/>
                  </a:cubicBezTo>
                  <a:lnTo>
                    <a:pt x="0" y="10978"/>
                  </a:lnTo>
                  <a:cubicBezTo>
                    <a:pt x="0" y="11808"/>
                    <a:pt x="761" y="12555"/>
                    <a:pt x="2152" y="13071"/>
                  </a:cubicBezTo>
                  <a:cubicBezTo>
                    <a:pt x="3426" y="13550"/>
                    <a:pt x="5098" y="13806"/>
                    <a:pt x="6874" y="13806"/>
                  </a:cubicBezTo>
                  <a:cubicBezTo>
                    <a:pt x="8649" y="13806"/>
                    <a:pt x="10321" y="13550"/>
                    <a:pt x="11595" y="13071"/>
                  </a:cubicBezTo>
                  <a:cubicBezTo>
                    <a:pt x="12986" y="12555"/>
                    <a:pt x="13747" y="11808"/>
                    <a:pt x="13747" y="10978"/>
                  </a:cubicBezTo>
                  <a:lnTo>
                    <a:pt x="13747" y="5250"/>
                  </a:lnTo>
                  <a:cubicBezTo>
                    <a:pt x="13747" y="4714"/>
                    <a:pt x="13432" y="3928"/>
                    <a:pt x="11889" y="3275"/>
                  </a:cubicBezTo>
                  <a:cubicBezTo>
                    <a:pt x="11838" y="3253"/>
                    <a:pt x="11784" y="3243"/>
                    <a:pt x="11730" y="3243"/>
                  </a:cubicBezTo>
                  <a:cubicBezTo>
                    <a:pt x="11609" y="3243"/>
                    <a:pt x="11489" y="3295"/>
                    <a:pt x="11410" y="3392"/>
                  </a:cubicBezTo>
                  <a:cubicBezTo>
                    <a:pt x="11351" y="3474"/>
                    <a:pt x="11328" y="3566"/>
                    <a:pt x="11328" y="3662"/>
                  </a:cubicBezTo>
                  <a:lnTo>
                    <a:pt x="11328" y="6582"/>
                  </a:lnTo>
                  <a:cubicBezTo>
                    <a:pt x="11140" y="6652"/>
                    <a:pt x="10964" y="6711"/>
                    <a:pt x="10767" y="6770"/>
                  </a:cubicBezTo>
                  <a:cubicBezTo>
                    <a:pt x="10347" y="5962"/>
                    <a:pt x="9539" y="5438"/>
                    <a:pt x="8616" y="5390"/>
                  </a:cubicBezTo>
                  <a:cubicBezTo>
                    <a:pt x="8874" y="5087"/>
                    <a:pt x="9059" y="4714"/>
                    <a:pt x="9129" y="4315"/>
                  </a:cubicBezTo>
                  <a:lnTo>
                    <a:pt x="9575" y="4315"/>
                  </a:lnTo>
                  <a:cubicBezTo>
                    <a:pt x="9797" y="4315"/>
                    <a:pt x="9971" y="4127"/>
                    <a:pt x="9971" y="3906"/>
                  </a:cubicBezTo>
                  <a:lnTo>
                    <a:pt x="9971" y="2293"/>
                  </a:lnTo>
                  <a:cubicBezTo>
                    <a:pt x="9971" y="2060"/>
                    <a:pt x="9797" y="1883"/>
                    <a:pt x="9575" y="1883"/>
                  </a:cubicBezTo>
                  <a:lnTo>
                    <a:pt x="9129" y="1883"/>
                  </a:lnTo>
                  <a:cubicBezTo>
                    <a:pt x="8944" y="809"/>
                    <a:pt x="7996" y="1"/>
                    <a:pt x="6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1" name="Google Shape;1041;p39"/>
            <p:cNvSpPr/>
            <p:nvPr/>
          </p:nvSpPr>
          <p:spPr>
            <a:xfrm>
              <a:off x="6531888" y="4009250"/>
              <a:ext cx="60825" cy="60550"/>
            </a:xfrm>
            <a:custGeom>
              <a:avLst/>
              <a:gdLst/>
              <a:ahLst/>
              <a:cxnLst/>
              <a:rect l="l" t="t" r="r" b="b"/>
              <a:pathLst>
                <a:path w="2433" h="2422" extrusionOk="0">
                  <a:moveTo>
                    <a:pt x="1218" y="809"/>
                  </a:moveTo>
                  <a:cubicBezTo>
                    <a:pt x="1439" y="809"/>
                    <a:pt x="1627" y="983"/>
                    <a:pt x="1627" y="1204"/>
                  </a:cubicBezTo>
                  <a:cubicBezTo>
                    <a:pt x="1627" y="1440"/>
                    <a:pt x="1439" y="1614"/>
                    <a:pt x="1218" y="1614"/>
                  </a:cubicBezTo>
                  <a:cubicBezTo>
                    <a:pt x="996" y="1614"/>
                    <a:pt x="808" y="1440"/>
                    <a:pt x="808" y="1204"/>
                  </a:cubicBezTo>
                  <a:cubicBezTo>
                    <a:pt x="808" y="983"/>
                    <a:pt x="996" y="809"/>
                    <a:pt x="1218" y="809"/>
                  </a:cubicBezTo>
                  <a:close/>
                  <a:moveTo>
                    <a:pt x="1218" y="1"/>
                  </a:moveTo>
                  <a:cubicBezTo>
                    <a:pt x="550" y="1"/>
                    <a:pt x="0" y="539"/>
                    <a:pt x="0" y="1204"/>
                  </a:cubicBezTo>
                  <a:cubicBezTo>
                    <a:pt x="0" y="1883"/>
                    <a:pt x="550" y="2422"/>
                    <a:pt x="1218" y="2422"/>
                  </a:cubicBezTo>
                  <a:cubicBezTo>
                    <a:pt x="1883" y="2422"/>
                    <a:pt x="2432" y="1883"/>
                    <a:pt x="2432" y="1204"/>
                  </a:cubicBezTo>
                  <a:cubicBezTo>
                    <a:pt x="2432" y="539"/>
                    <a:pt x="1883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2" name="Google Shape;1042;p39"/>
            <p:cNvSpPr/>
            <p:nvPr/>
          </p:nvSpPr>
          <p:spPr>
            <a:xfrm>
              <a:off x="6328488" y="4012200"/>
              <a:ext cx="41550" cy="20500"/>
            </a:xfrm>
            <a:custGeom>
              <a:avLst/>
              <a:gdLst/>
              <a:ahLst/>
              <a:cxnLst/>
              <a:rect l="l" t="t" r="r" b="b"/>
              <a:pathLst>
                <a:path w="1662" h="820" extrusionOk="0">
                  <a:moveTo>
                    <a:pt x="436" y="0"/>
                  </a:moveTo>
                  <a:cubicBezTo>
                    <a:pt x="236" y="0"/>
                    <a:pt x="49" y="152"/>
                    <a:pt x="26" y="362"/>
                  </a:cubicBezTo>
                  <a:cubicBezTo>
                    <a:pt x="1" y="609"/>
                    <a:pt x="189" y="820"/>
                    <a:pt x="436" y="820"/>
                  </a:cubicBezTo>
                  <a:lnTo>
                    <a:pt x="1230" y="820"/>
                  </a:lnTo>
                  <a:cubicBezTo>
                    <a:pt x="1440" y="820"/>
                    <a:pt x="1614" y="654"/>
                    <a:pt x="1639" y="455"/>
                  </a:cubicBezTo>
                  <a:cubicBezTo>
                    <a:pt x="1662" y="211"/>
                    <a:pt x="1474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3" name="Google Shape;1043;p39"/>
            <p:cNvSpPr/>
            <p:nvPr/>
          </p:nvSpPr>
          <p:spPr>
            <a:xfrm>
              <a:off x="6328488" y="4052800"/>
              <a:ext cx="41550" cy="20225"/>
            </a:xfrm>
            <a:custGeom>
              <a:avLst/>
              <a:gdLst/>
              <a:ahLst/>
              <a:cxnLst/>
              <a:rect l="l" t="t" r="r" b="b"/>
              <a:pathLst>
                <a:path w="1662" h="809" extrusionOk="0">
                  <a:moveTo>
                    <a:pt x="436" y="1"/>
                  </a:moveTo>
                  <a:cubicBezTo>
                    <a:pt x="236" y="1"/>
                    <a:pt x="49" y="152"/>
                    <a:pt x="26" y="351"/>
                  </a:cubicBezTo>
                  <a:cubicBezTo>
                    <a:pt x="1" y="598"/>
                    <a:pt x="189" y="809"/>
                    <a:pt x="436" y="809"/>
                  </a:cubicBezTo>
                  <a:lnTo>
                    <a:pt x="1230" y="809"/>
                  </a:lnTo>
                  <a:cubicBezTo>
                    <a:pt x="1440" y="809"/>
                    <a:pt x="1614" y="654"/>
                    <a:pt x="1639" y="444"/>
                  </a:cubicBezTo>
                  <a:cubicBezTo>
                    <a:pt x="1662" y="200"/>
                    <a:pt x="1474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44" name="Google Shape;1044;p39"/>
          <p:cNvGrpSpPr/>
          <p:nvPr/>
        </p:nvGrpSpPr>
        <p:grpSpPr>
          <a:xfrm>
            <a:off x="2680188" y="2395725"/>
            <a:ext cx="346275" cy="345150"/>
            <a:chOff x="5521113" y="3797375"/>
            <a:chExt cx="346275" cy="345150"/>
          </a:xfrm>
        </p:grpSpPr>
        <p:sp>
          <p:nvSpPr>
            <p:cNvPr id="1045" name="Google Shape;1045;p39"/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6" name="Google Shape;1046;p39"/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7" name="Google Shape;1047;p39"/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8" name="Google Shape;1048;p39"/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9" name="Google Shape;1049;p39"/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0" name="Google Shape;1050;p39"/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1" name="Google Shape;1051;p39"/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52" name="Google Shape;1052;p39"/>
          <p:cNvGrpSpPr/>
          <p:nvPr/>
        </p:nvGrpSpPr>
        <p:grpSpPr>
          <a:xfrm>
            <a:off x="6118138" y="3506675"/>
            <a:ext cx="345075" cy="345150"/>
            <a:chOff x="6269238" y="3243975"/>
            <a:chExt cx="345075" cy="345150"/>
          </a:xfrm>
        </p:grpSpPr>
        <p:sp>
          <p:nvSpPr>
            <p:cNvPr id="1053" name="Google Shape;1053;p39"/>
            <p:cNvSpPr/>
            <p:nvPr/>
          </p:nvSpPr>
          <p:spPr>
            <a:xfrm>
              <a:off x="6323588" y="3243975"/>
              <a:ext cx="235800" cy="345150"/>
            </a:xfrm>
            <a:custGeom>
              <a:avLst/>
              <a:gdLst/>
              <a:ahLst/>
              <a:cxnLst/>
              <a:rect l="l" t="t" r="r" b="b"/>
              <a:pathLst>
                <a:path w="9432" h="13806" extrusionOk="0">
                  <a:moveTo>
                    <a:pt x="4733" y="2991"/>
                  </a:moveTo>
                  <a:lnTo>
                    <a:pt x="4966" y="3507"/>
                  </a:lnTo>
                  <a:lnTo>
                    <a:pt x="4489" y="3507"/>
                  </a:lnTo>
                  <a:lnTo>
                    <a:pt x="4733" y="2991"/>
                  </a:lnTo>
                  <a:close/>
                  <a:moveTo>
                    <a:pt x="5342" y="4312"/>
                  </a:moveTo>
                  <a:lnTo>
                    <a:pt x="5715" y="5131"/>
                  </a:lnTo>
                  <a:lnTo>
                    <a:pt x="3740" y="5131"/>
                  </a:lnTo>
                  <a:lnTo>
                    <a:pt x="4113" y="4312"/>
                  </a:ln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6113"/>
                    <a:pt x="7900" y="7364"/>
                    <a:pt x="6744" y="8065"/>
                  </a:cubicBezTo>
                  <a:lnTo>
                    <a:pt x="6744" y="5529"/>
                  </a:lnTo>
                  <a:cubicBezTo>
                    <a:pt x="6744" y="5471"/>
                    <a:pt x="6733" y="5412"/>
                    <a:pt x="6708" y="5364"/>
                  </a:cubicBezTo>
                  <a:lnTo>
                    <a:pt x="5084" y="1857"/>
                  </a:lnTo>
                  <a:cubicBezTo>
                    <a:pt x="5014" y="1717"/>
                    <a:pt x="4873" y="1624"/>
                    <a:pt x="4722" y="1624"/>
                  </a:cubicBezTo>
                  <a:cubicBezTo>
                    <a:pt x="4559" y="1624"/>
                    <a:pt x="4419" y="1717"/>
                    <a:pt x="4349" y="1857"/>
                  </a:cubicBezTo>
                  <a:lnTo>
                    <a:pt x="2736" y="5364"/>
                  </a:lnTo>
                  <a:cubicBezTo>
                    <a:pt x="2710" y="5412"/>
                    <a:pt x="2699" y="5471"/>
                    <a:pt x="2699" y="5529"/>
                  </a:cubicBezTo>
                  <a:lnTo>
                    <a:pt x="2699" y="8065"/>
                  </a:lnTo>
                  <a:cubicBezTo>
                    <a:pt x="1529" y="7364"/>
                    <a:pt x="806" y="6113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4312" y="5936"/>
                  </a:moveTo>
                  <a:lnTo>
                    <a:pt x="4312" y="11384"/>
                  </a:lnTo>
                  <a:lnTo>
                    <a:pt x="3507" y="11384"/>
                  </a:lnTo>
                  <a:lnTo>
                    <a:pt x="3507" y="5936"/>
                  </a:lnTo>
                  <a:close/>
                  <a:moveTo>
                    <a:pt x="5937" y="5936"/>
                  </a:moveTo>
                  <a:lnTo>
                    <a:pt x="5937" y="11384"/>
                  </a:lnTo>
                  <a:lnTo>
                    <a:pt x="5120" y="11384"/>
                  </a:lnTo>
                  <a:lnTo>
                    <a:pt x="5120" y="5936"/>
                  </a:lnTo>
                  <a:close/>
                  <a:moveTo>
                    <a:pt x="5937" y="12192"/>
                  </a:moveTo>
                  <a:lnTo>
                    <a:pt x="5937" y="12599"/>
                  </a:lnTo>
                  <a:cubicBezTo>
                    <a:pt x="5937" y="12823"/>
                    <a:pt x="5751" y="12997"/>
                    <a:pt x="5527" y="12997"/>
                  </a:cubicBezTo>
                  <a:lnTo>
                    <a:pt x="3914" y="12997"/>
                  </a:lnTo>
                  <a:cubicBezTo>
                    <a:pt x="3681" y="12997"/>
                    <a:pt x="3507" y="12823"/>
                    <a:pt x="3507" y="12599"/>
                  </a:cubicBezTo>
                  <a:lnTo>
                    <a:pt x="3507" y="12192"/>
                  </a:lnTo>
                  <a:close/>
                  <a:moveTo>
                    <a:pt x="4722" y="0"/>
                  </a:moveTo>
                  <a:cubicBezTo>
                    <a:pt x="2116" y="0"/>
                    <a:pt x="0" y="2115"/>
                    <a:pt x="0" y="4721"/>
                  </a:cubicBezTo>
                  <a:cubicBezTo>
                    <a:pt x="0" y="5681"/>
                    <a:pt x="292" y="6604"/>
                    <a:pt x="828" y="7387"/>
                  </a:cubicBezTo>
                  <a:cubicBezTo>
                    <a:pt x="1297" y="8077"/>
                    <a:pt x="1939" y="8626"/>
                    <a:pt x="2699" y="8977"/>
                  </a:cubicBezTo>
                  <a:lnTo>
                    <a:pt x="2699" y="12599"/>
                  </a:lnTo>
                  <a:cubicBezTo>
                    <a:pt x="2699" y="13266"/>
                    <a:pt x="3238" y="13805"/>
                    <a:pt x="3914" y="13805"/>
                  </a:cubicBezTo>
                  <a:lnTo>
                    <a:pt x="5527" y="13805"/>
                  </a:lnTo>
                  <a:cubicBezTo>
                    <a:pt x="6195" y="13805"/>
                    <a:pt x="6744" y="13266"/>
                    <a:pt x="6744" y="12599"/>
                  </a:cubicBezTo>
                  <a:lnTo>
                    <a:pt x="6744" y="8977"/>
                  </a:lnTo>
                  <a:cubicBezTo>
                    <a:pt x="7491" y="8626"/>
                    <a:pt x="8136" y="8077"/>
                    <a:pt x="8613" y="7387"/>
                  </a:cubicBezTo>
                  <a:cubicBezTo>
                    <a:pt x="9151" y="6604"/>
                    <a:pt x="9432" y="5681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4" name="Google Shape;1054;p39"/>
            <p:cNvSpPr/>
            <p:nvPr/>
          </p:nvSpPr>
          <p:spPr>
            <a:xfrm>
              <a:off x="6573963" y="3351750"/>
              <a:ext cx="40350" cy="20525"/>
            </a:xfrm>
            <a:custGeom>
              <a:avLst/>
              <a:gdLst/>
              <a:ahLst/>
              <a:cxnLst/>
              <a:rect l="l" t="t" r="r" b="b"/>
              <a:pathLst>
                <a:path w="1614" h="821" extrusionOk="0">
                  <a:moveTo>
                    <a:pt x="399" y="1"/>
                  </a:moveTo>
                  <a:cubicBezTo>
                    <a:pt x="177" y="1"/>
                    <a:pt x="0" y="189"/>
                    <a:pt x="0" y="410"/>
                  </a:cubicBezTo>
                  <a:cubicBezTo>
                    <a:pt x="0" y="632"/>
                    <a:pt x="177" y="820"/>
                    <a:pt x="399" y="820"/>
                  </a:cubicBezTo>
                  <a:lnTo>
                    <a:pt x="1207" y="820"/>
                  </a:lnTo>
                  <a:cubicBezTo>
                    <a:pt x="1440" y="820"/>
                    <a:pt x="1614" y="632"/>
                    <a:pt x="1614" y="410"/>
                  </a:cubicBezTo>
                  <a:cubicBezTo>
                    <a:pt x="1614" y="189"/>
                    <a:pt x="1440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5" name="Google Shape;1055;p39"/>
            <p:cNvSpPr/>
            <p:nvPr/>
          </p:nvSpPr>
          <p:spPr>
            <a:xfrm>
              <a:off x="6565838" y="3284525"/>
              <a:ext cx="40625" cy="30275"/>
            </a:xfrm>
            <a:custGeom>
              <a:avLst/>
              <a:gdLst/>
              <a:ahLst/>
              <a:cxnLst/>
              <a:rect l="l" t="t" r="r" b="b"/>
              <a:pathLst>
                <a:path w="1625" h="1211" extrusionOk="0">
                  <a:moveTo>
                    <a:pt x="1150" y="0"/>
                  </a:moveTo>
                  <a:cubicBezTo>
                    <a:pt x="1084" y="0"/>
                    <a:pt x="1017" y="16"/>
                    <a:pt x="957" y="50"/>
                  </a:cubicBezTo>
                  <a:lnTo>
                    <a:pt x="255" y="457"/>
                  </a:lnTo>
                  <a:cubicBezTo>
                    <a:pt x="59" y="575"/>
                    <a:pt x="0" y="822"/>
                    <a:pt x="104" y="1007"/>
                  </a:cubicBezTo>
                  <a:cubicBezTo>
                    <a:pt x="183" y="1140"/>
                    <a:pt x="318" y="1211"/>
                    <a:pt x="459" y="1211"/>
                  </a:cubicBezTo>
                  <a:cubicBezTo>
                    <a:pt x="528" y="1211"/>
                    <a:pt x="599" y="1193"/>
                    <a:pt x="665" y="1158"/>
                  </a:cubicBezTo>
                  <a:lnTo>
                    <a:pt x="1355" y="751"/>
                  </a:lnTo>
                  <a:cubicBezTo>
                    <a:pt x="1554" y="645"/>
                    <a:pt x="1624" y="401"/>
                    <a:pt x="1507" y="202"/>
                  </a:cubicBezTo>
                  <a:cubicBezTo>
                    <a:pt x="1436" y="74"/>
                    <a:pt x="1293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6" name="Google Shape;1056;p39"/>
            <p:cNvSpPr/>
            <p:nvPr/>
          </p:nvSpPr>
          <p:spPr>
            <a:xfrm>
              <a:off x="6565838" y="34092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59" y="0"/>
                  </a:moveTo>
                  <a:cubicBezTo>
                    <a:pt x="318" y="0"/>
                    <a:pt x="183" y="71"/>
                    <a:pt x="104" y="204"/>
                  </a:cubicBezTo>
                  <a:cubicBezTo>
                    <a:pt x="0" y="392"/>
                    <a:pt x="59" y="636"/>
                    <a:pt x="255" y="754"/>
                  </a:cubicBezTo>
                  <a:lnTo>
                    <a:pt x="957" y="1164"/>
                  </a:lnTo>
                  <a:cubicBezTo>
                    <a:pt x="1018" y="1198"/>
                    <a:pt x="1087" y="1214"/>
                    <a:pt x="1155" y="1214"/>
                  </a:cubicBezTo>
                  <a:cubicBezTo>
                    <a:pt x="1297" y="1214"/>
                    <a:pt x="1437" y="1144"/>
                    <a:pt x="1507" y="1009"/>
                  </a:cubicBezTo>
                  <a:cubicBezTo>
                    <a:pt x="1624" y="813"/>
                    <a:pt x="1554" y="566"/>
                    <a:pt x="1355" y="462"/>
                  </a:cubicBezTo>
                  <a:lnTo>
                    <a:pt x="665" y="53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7" name="Google Shape;1057;p39"/>
            <p:cNvSpPr/>
            <p:nvPr/>
          </p:nvSpPr>
          <p:spPr>
            <a:xfrm>
              <a:off x="6269238" y="3351750"/>
              <a:ext cx="40625" cy="20525"/>
            </a:xfrm>
            <a:custGeom>
              <a:avLst/>
              <a:gdLst/>
              <a:ahLst/>
              <a:cxnLst/>
              <a:rect l="l" t="t" r="r" b="b"/>
              <a:pathLst>
                <a:path w="1625" h="821" extrusionOk="0">
                  <a:moveTo>
                    <a:pt x="407" y="1"/>
                  </a:moveTo>
                  <a:cubicBezTo>
                    <a:pt x="186" y="1"/>
                    <a:pt x="0" y="189"/>
                    <a:pt x="0" y="410"/>
                  </a:cubicBezTo>
                  <a:cubicBezTo>
                    <a:pt x="0" y="632"/>
                    <a:pt x="186" y="820"/>
                    <a:pt x="407" y="820"/>
                  </a:cubicBezTo>
                  <a:lnTo>
                    <a:pt x="1215" y="820"/>
                  </a:lnTo>
                  <a:cubicBezTo>
                    <a:pt x="1437" y="820"/>
                    <a:pt x="1625" y="632"/>
                    <a:pt x="1625" y="410"/>
                  </a:cubicBezTo>
                  <a:cubicBezTo>
                    <a:pt x="1625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8" name="Google Shape;1058;p39"/>
            <p:cNvSpPr/>
            <p:nvPr/>
          </p:nvSpPr>
          <p:spPr>
            <a:xfrm>
              <a:off x="6277363" y="3284525"/>
              <a:ext cx="40650" cy="30275"/>
            </a:xfrm>
            <a:custGeom>
              <a:avLst/>
              <a:gdLst/>
              <a:ahLst/>
              <a:cxnLst/>
              <a:rect l="l" t="t" r="r" b="b"/>
              <a:pathLst>
                <a:path w="1626" h="1211" extrusionOk="0">
                  <a:moveTo>
                    <a:pt x="466" y="0"/>
                  </a:moveTo>
                  <a:cubicBezTo>
                    <a:pt x="325" y="0"/>
                    <a:pt x="186" y="74"/>
                    <a:pt x="107" y="202"/>
                  </a:cubicBezTo>
                  <a:cubicBezTo>
                    <a:pt x="1" y="401"/>
                    <a:pt x="60" y="645"/>
                    <a:pt x="259" y="751"/>
                  </a:cubicBezTo>
                  <a:lnTo>
                    <a:pt x="960" y="1158"/>
                  </a:lnTo>
                  <a:cubicBezTo>
                    <a:pt x="1022" y="1193"/>
                    <a:pt x="1090" y="1211"/>
                    <a:pt x="1158" y="1211"/>
                  </a:cubicBezTo>
                  <a:cubicBezTo>
                    <a:pt x="1296" y="1211"/>
                    <a:pt x="1431" y="1140"/>
                    <a:pt x="1510" y="1007"/>
                  </a:cubicBezTo>
                  <a:cubicBezTo>
                    <a:pt x="1625" y="822"/>
                    <a:pt x="1555" y="575"/>
                    <a:pt x="1359" y="457"/>
                  </a:cubicBezTo>
                  <a:lnTo>
                    <a:pt x="657" y="50"/>
                  </a:lnTo>
                  <a:cubicBezTo>
                    <a:pt x="597" y="16"/>
                    <a:pt x="532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9" name="Google Shape;1059;p39"/>
            <p:cNvSpPr/>
            <p:nvPr/>
          </p:nvSpPr>
          <p:spPr>
            <a:xfrm>
              <a:off x="6277363" y="3409225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1158" y="0"/>
                  </a:moveTo>
                  <a:cubicBezTo>
                    <a:pt x="1090" y="0"/>
                    <a:pt x="1022" y="18"/>
                    <a:pt x="960" y="53"/>
                  </a:cubicBezTo>
                  <a:lnTo>
                    <a:pt x="259" y="462"/>
                  </a:lnTo>
                  <a:cubicBezTo>
                    <a:pt x="60" y="566"/>
                    <a:pt x="1" y="813"/>
                    <a:pt x="107" y="1009"/>
                  </a:cubicBezTo>
                  <a:cubicBezTo>
                    <a:pt x="185" y="1144"/>
                    <a:pt x="322" y="1214"/>
                    <a:pt x="461" y="1214"/>
                  </a:cubicBezTo>
                  <a:cubicBezTo>
                    <a:pt x="528" y="1214"/>
                    <a:pt x="596" y="1198"/>
                    <a:pt x="657" y="1164"/>
                  </a:cubicBezTo>
                  <a:lnTo>
                    <a:pt x="1359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1" y="71"/>
                    <a:pt x="1296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60" name="Google Shape;1060;p39"/>
          <p:cNvGrpSpPr/>
          <p:nvPr/>
        </p:nvGrpSpPr>
        <p:grpSpPr>
          <a:xfrm>
            <a:off x="6118100" y="2395725"/>
            <a:ext cx="345150" cy="345150"/>
            <a:chOff x="5512088" y="3243975"/>
            <a:chExt cx="345150" cy="345150"/>
          </a:xfrm>
        </p:grpSpPr>
        <p:sp>
          <p:nvSpPr>
            <p:cNvPr id="1061" name="Google Shape;1061;p39"/>
            <p:cNvSpPr/>
            <p:nvPr/>
          </p:nvSpPr>
          <p:spPr>
            <a:xfrm>
              <a:off x="5755513" y="3243975"/>
              <a:ext cx="101725" cy="101125"/>
            </a:xfrm>
            <a:custGeom>
              <a:avLst/>
              <a:gdLst/>
              <a:ahLst/>
              <a:cxnLst/>
              <a:rect l="l" t="t" r="r" b="b"/>
              <a:pathLst>
                <a:path w="4069" h="4045" extrusionOk="0">
                  <a:moveTo>
                    <a:pt x="432" y="0"/>
                  </a:moveTo>
                  <a:cubicBezTo>
                    <a:pt x="233" y="0"/>
                    <a:pt x="45" y="152"/>
                    <a:pt x="23" y="362"/>
                  </a:cubicBezTo>
                  <a:cubicBezTo>
                    <a:pt x="0" y="606"/>
                    <a:pt x="186" y="816"/>
                    <a:pt x="421" y="816"/>
                  </a:cubicBezTo>
                  <a:lnTo>
                    <a:pt x="3260" y="816"/>
                  </a:lnTo>
                  <a:lnTo>
                    <a:pt x="3260" y="3636"/>
                  </a:lnTo>
                  <a:cubicBezTo>
                    <a:pt x="3260" y="3846"/>
                    <a:pt x="3412" y="4020"/>
                    <a:pt x="3611" y="4043"/>
                  </a:cubicBezTo>
                  <a:cubicBezTo>
                    <a:pt x="3626" y="4044"/>
                    <a:pt x="3641" y="4045"/>
                    <a:pt x="3655" y="4045"/>
                  </a:cubicBezTo>
                  <a:cubicBezTo>
                    <a:pt x="3882" y="4045"/>
                    <a:pt x="4068" y="3866"/>
                    <a:pt x="4068" y="3647"/>
                  </a:cubicBezTo>
                  <a:lnTo>
                    <a:pt x="4068" y="410"/>
                  </a:lnTo>
                  <a:cubicBezTo>
                    <a:pt x="4068" y="185"/>
                    <a:pt x="3880" y="0"/>
                    <a:pt x="3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2" name="Google Shape;1062;p39"/>
            <p:cNvSpPr/>
            <p:nvPr/>
          </p:nvSpPr>
          <p:spPr>
            <a:xfrm>
              <a:off x="5512088" y="3488150"/>
              <a:ext cx="101700" cy="100975"/>
            </a:xfrm>
            <a:custGeom>
              <a:avLst/>
              <a:gdLst/>
              <a:ahLst/>
              <a:cxnLst/>
              <a:rect l="l" t="t" r="r" b="b"/>
              <a:pathLst>
                <a:path w="4068" h="4039" extrusionOk="0">
                  <a:moveTo>
                    <a:pt x="391" y="0"/>
                  </a:moveTo>
                  <a:cubicBezTo>
                    <a:pt x="180" y="0"/>
                    <a:pt x="0" y="185"/>
                    <a:pt x="0" y="402"/>
                  </a:cubicBezTo>
                  <a:lnTo>
                    <a:pt x="0" y="3640"/>
                  </a:lnTo>
                  <a:cubicBezTo>
                    <a:pt x="0" y="3861"/>
                    <a:pt x="174" y="4038"/>
                    <a:pt x="396" y="4038"/>
                  </a:cubicBezTo>
                  <a:lnTo>
                    <a:pt x="3636" y="4038"/>
                  </a:lnTo>
                  <a:cubicBezTo>
                    <a:pt x="3880" y="4038"/>
                    <a:pt x="4068" y="3839"/>
                    <a:pt x="4043" y="3592"/>
                  </a:cubicBezTo>
                  <a:cubicBezTo>
                    <a:pt x="4020" y="3382"/>
                    <a:pt x="3832" y="3230"/>
                    <a:pt x="3622" y="3230"/>
                  </a:cubicBezTo>
                  <a:lnTo>
                    <a:pt x="805" y="3230"/>
                  </a:lnTo>
                  <a:lnTo>
                    <a:pt x="805" y="414"/>
                  </a:lnTo>
                  <a:cubicBezTo>
                    <a:pt x="805" y="203"/>
                    <a:pt x="654" y="26"/>
                    <a:pt x="443" y="4"/>
                  </a:cubicBezTo>
                  <a:cubicBezTo>
                    <a:pt x="426" y="1"/>
                    <a:pt x="408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3" name="Google Shape;1063;p39"/>
            <p:cNvSpPr/>
            <p:nvPr/>
          </p:nvSpPr>
          <p:spPr>
            <a:xfrm>
              <a:off x="5512088" y="3243975"/>
              <a:ext cx="101700" cy="101125"/>
            </a:xfrm>
            <a:custGeom>
              <a:avLst/>
              <a:gdLst/>
              <a:ahLst/>
              <a:cxnLst/>
              <a:rect l="l" t="t" r="r" b="b"/>
              <a:pathLst>
                <a:path w="4068" h="4045" extrusionOk="0">
                  <a:moveTo>
                    <a:pt x="396" y="0"/>
                  </a:moveTo>
                  <a:cubicBezTo>
                    <a:pt x="174" y="0"/>
                    <a:pt x="0" y="185"/>
                    <a:pt x="0" y="410"/>
                  </a:cubicBezTo>
                  <a:lnTo>
                    <a:pt x="0" y="3647"/>
                  </a:lnTo>
                  <a:cubicBezTo>
                    <a:pt x="0" y="3866"/>
                    <a:pt x="186" y="4045"/>
                    <a:pt x="401" y="4045"/>
                  </a:cubicBezTo>
                  <a:cubicBezTo>
                    <a:pt x="415" y="4045"/>
                    <a:pt x="429" y="4044"/>
                    <a:pt x="443" y="4043"/>
                  </a:cubicBezTo>
                  <a:cubicBezTo>
                    <a:pt x="654" y="4020"/>
                    <a:pt x="805" y="3846"/>
                    <a:pt x="805" y="3636"/>
                  </a:cubicBezTo>
                  <a:lnTo>
                    <a:pt x="805" y="816"/>
                  </a:lnTo>
                  <a:lnTo>
                    <a:pt x="3622" y="816"/>
                  </a:lnTo>
                  <a:cubicBezTo>
                    <a:pt x="3832" y="816"/>
                    <a:pt x="4020" y="665"/>
                    <a:pt x="4043" y="455"/>
                  </a:cubicBezTo>
                  <a:cubicBezTo>
                    <a:pt x="4068" y="211"/>
                    <a:pt x="3880" y="0"/>
                    <a:pt x="3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4" name="Google Shape;1064;p39"/>
            <p:cNvSpPr/>
            <p:nvPr/>
          </p:nvSpPr>
          <p:spPr>
            <a:xfrm>
              <a:off x="5755513" y="3488150"/>
              <a:ext cx="101725" cy="100975"/>
            </a:xfrm>
            <a:custGeom>
              <a:avLst/>
              <a:gdLst/>
              <a:ahLst/>
              <a:cxnLst/>
              <a:rect l="l" t="t" r="r" b="b"/>
              <a:pathLst>
                <a:path w="4069" h="4039" extrusionOk="0">
                  <a:moveTo>
                    <a:pt x="3666" y="0"/>
                  </a:moveTo>
                  <a:cubicBezTo>
                    <a:pt x="3648" y="0"/>
                    <a:pt x="3629" y="1"/>
                    <a:pt x="3611" y="4"/>
                  </a:cubicBezTo>
                  <a:cubicBezTo>
                    <a:pt x="3412" y="26"/>
                    <a:pt x="3260" y="203"/>
                    <a:pt x="3260" y="414"/>
                  </a:cubicBezTo>
                  <a:lnTo>
                    <a:pt x="3260" y="3230"/>
                  </a:lnTo>
                  <a:lnTo>
                    <a:pt x="432" y="3230"/>
                  </a:lnTo>
                  <a:cubicBezTo>
                    <a:pt x="233" y="3230"/>
                    <a:pt x="45" y="3382"/>
                    <a:pt x="23" y="3592"/>
                  </a:cubicBezTo>
                  <a:cubicBezTo>
                    <a:pt x="0" y="3839"/>
                    <a:pt x="186" y="4038"/>
                    <a:pt x="421" y="4038"/>
                  </a:cubicBezTo>
                  <a:lnTo>
                    <a:pt x="3659" y="4038"/>
                  </a:lnTo>
                  <a:cubicBezTo>
                    <a:pt x="3880" y="4038"/>
                    <a:pt x="4068" y="3861"/>
                    <a:pt x="4068" y="3640"/>
                  </a:cubicBezTo>
                  <a:lnTo>
                    <a:pt x="4068" y="402"/>
                  </a:lnTo>
                  <a:cubicBezTo>
                    <a:pt x="4068" y="185"/>
                    <a:pt x="3888" y="0"/>
                    <a:pt x="3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5" name="Google Shape;1065;p39"/>
            <p:cNvSpPr/>
            <p:nvPr/>
          </p:nvSpPr>
          <p:spPr>
            <a:xfrm>
              <a:off x="5611413" y="3312175"/>
              <a:ext cx="144125" cy="107925"/>
            </a:xfrm>
            <a:custGeom>
              <a:avLst/>
              <a:gdLst/>
              <a:ahLst/>
              <a:cxnLst/>
              <a:rect l="l" t="t" r="r" b="b"/>
              <a:pathLst>
                <a:path w="5765" h="4317" extrusionOk="0">
                  <a:moveTo>
                    <a:pt x="2927" y="1"/>
                  </a:moveTo>
                  <a:cubicBezTo>
                    <a:pt x="1307" y="1"/>
                    <a:pt x="0" y="1370"/>
                    <a:pt x="106" y="3012"/>
                  </a:cubicBezTo>
                  <a:cubicBezTo>
                    <a:pt x="106" y="3023"/>
                    <a:pt x="106" y="3034"/>
                    <a:pt x="117" y="3045"/>
                  </a:cubicBezTo>
                  <a:cubicBezTo>
                    <a:pt x="242" y="3178"/>
                    <a:pt x="377" y="3233"/>
                    <a:pt x="499" y="3233"/>
                  </a:cubicBezTo>
                  <a:cubicBezTo>
                    <a:pt x="721" y="3233"/>
                    <a:pt x="900" y="3054"/>
                    <a:pt x="900" y="2835"/>
                  </a:cubicBezTo>
                  <a:cubicBezTo>
                    <a:pt x="900" y="1718"/>
                    <a:pt x="1810" y="808"/>
                    <a:pt x="2928" y="808"/>
                  </a:cubicBezTo>
                  <a:cubicBezTo>
                    <a:pt x="3552" y="808"/>
                    <a:pt x="4242" y="1092"/>
                    <a:pt x="4875" y="1783"/>
                  </a:cubicBezTo>
                  <a:cubicBezTo>
                    <a:pt x="4923" y="1842"/>
                    <a:pt x="4945" y="1912"/>
                    <a:pt x="4945" y="1982"/>
                  </a:cubicBezTo>
                  <a:lnTo>
                    <a:pt x="4945" y="4075"/>
                  </a:lnTo>
                  <a:cubicBezTo>
                    <a:pt x="4945" y="4097"/>
                    <a:pt x="4956" y="4109"/>
                    <a:pt x="4968" y="4120"/>
                  </a:cubicBezTo>
                  <a:cubicBezTo>
                    <a:pt x="5094" y="4259"/>
                    <a:pt x="5232" y="4316"/>
                    <a:pt x="5357" y="4316"/>
                  </a:cubicBezTo>
                  <a:cubicBezTo>
                    <a:pt x="5581" y="4316"/>
                    <a:pt x="5764" y="4134"/>
                    <a:pt x="5764" y="3910"/>
                  </a:cubicBezTo>
                  <a:lnTo>
                    <a:pt x="5764" y="1643"/>
                  </a:lnTo>
                  <a:cubicBezTo>
                    <a:pt x="5764" y="1539"/>
                    <a:pt x="5717" y="1444"/>
                    <a:pt x="5647" y="1362"/>
                  </a:cubicBezTo>
                  <a:cubicBezTo>
                    <a:pt x="4763" y="397"/>
                    <a:pt x="3800" y="1"/>
                    <a:pt x="29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6" name="Google Shape;1066;p39"/>
            <p:cNvSpPr/>
            <p:nvPr/>
          </p:nvSpPr>
          <p:spPr>
            <a:xfrm>
              <a:off x="5613763" y="3413225"/>
              <a:ext cx="144100" cy="107950"/>
            </a:xfrm>
            <a:custGeom>
              <a:avLst/>
              <a:gdLst/>
              <a:ahLst/>
              <a:cxnLst/>
              <a:rect l="l" t="t" r="r" b="b"/>
              <a:pathLst>
                <a:path w="5764" h="4318" extrusionOk="0">
                  <a:moveTo>
                    <a:pt x="409" y="1"/>
                  </a:moveTo>
                  <a:cubicBezTo>
                    <a:pt x="286" y="1"/>
                    <a:pt x="149" y="58"/>
                    <a:pt x="23" y="196"/>
                  </a:cubicBezTo>
                  <a:cubicBezTo>
                    <a:pt x="12" y="207"/>
                    <a:pt x="1" y="218"/>
                    <a:pt x="1" y="232"/>
                  </a:cubicBezTo>
                  <a:lnTo>
                    <a:pt x="1" y="2673"/>
                  </a:lnTo>
                  <a:cubicBezTo>
                    <a:pt x="1" y="2768"/>
                    <a:pt x="34" y="2872"/>
                    <a:pt x="105" y="2953"/>
                  </a:cubicBezTo>
                  <a:cubicBezTo>
                    <a:pt x="988" y="3920"/>
                    <a:pt x="1954" y="4317"/>
                    <a:pt x="2829" y="4317"/>
                  </a:cubicBezTo>
                  <a:cubicBezTo>
                    <a:pt x="4453" y="4317"/>
                    <a:pt x="5764" y="2948"/>
                    <a:pt x="5656" y="1307"/>
                  </a:cubicBezTo>
                  <a:cubicBezTo>
                    <a:pt x="5656" y="1295"/>
                    <a:pt x="5645" y="1270"/>
                    <a:pt x="5645" y="1259"/>
                  </a:cubicBezTo>
                  <a:cubicBezTo>
                    <a:pt x="5519" y="1133"/>
                    <a:pt x="5384" y="1080"/>
                    <a:pt x="5262" y="1080"/>
                  </a:cubicBezTo>
                  <a:cubicBezTo>
                    <a:pt x="5034" y="1080"/>
                    <a:pt x="4851" y="1261"/>
                    <a:pt x="4851" y="1481"/>
                  </a:cubicBezTo>
                  <a:cubicBezTo>
                    <a:pt x="4851" y="2598"/>
                    <a:pt x="3948" y="3504"/>
                    <a:pt x="2833" y="3504"/>
                  </a:cubicBezTo>
                  <a:cubicBezTo>
                    <a:pt x="2210" y="3504"/>
                    <a:pt x="1521" y="3221"/>
                    <a:pt x="887" y="2533"/>
                  </a:cubicBezTo>
                  <a:cubicBezTo>
                    <a:pt x="842" y="2476"/>
                    <a:pt x="806" y="2406"/>
                    <a:pt x="806" y="2336"/>
                  </a:cubicBezTo>
                  <a:lnTo>
                    <a:pt x="806" y="406"/>
                  </a:lnTo>
                  <a:cubicBezTo>
                    <a:pt x="806" y="182"/>
                    <a:pt x="629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7" name="Google Shape;1067;p39"/>
            <p:cNvSpPr/>
            <p:nvPr/>
          </p:nvSpPr>
          <p:spPr>
            <a:xfrm>
              <a:off x="5673963" y="3379475"/>
              <a:ext cx="40900" cy="101225"/>
            </a:xfrm>
            <a:custGeom>
              <a:avLst/>
              <a:gdLst/>
              <a:ahLst/>
              <a:cxnLst/>
              <a:rect l="l" t="t" r="r" b="b"/>
              <a:pathLst>
                <a:path w="1636" h="4049" extrusionOk="0">
                  <a:moveTo>
                    <a:pt x="1235" y="1"/>
                  </a:moveTo>
                  <a:cubicBezTo>
                    <a:pt x="1018" y="1"/>
                    <a:pt x="830" y="179"/>
                    <a:pt x="830" y="412"/>
                  </a:cubicBezTo>
                  <a:lnTo>
                    <a:pt x="830" y="2831"/>
                  </a:lnTo>
                  <a:cubicBezTo>
                    <a:pt x="830" y="3055"/>
                    <a:pt x="653" y="3240"/>
                    <a:pt x="432" y="3240"/>
                  </a:cubicBezTo>
                  <a:cubicBezTo>
                    <a:pt x="426" y="3240"/>
                    <a:pt x="419" y="3240"/>
                    <a:pt x="413" y="3240"/>
                  </a:cubicBezTo>
                  <a:cubicBezTo>
                    <a:pt x="178" y="3240"/>
                    <a:pt x="0" y="3446"/>
                    <a:pt x="22" y="3686"/>
                  </a:cubicBezTo>
                  <a:cubicBezTo>
                    <a:pt x="47" y="3897"/>
                    <a:pt x="247" y="4048"/>
                    <a:pt x="443" y="4048"/>
                  </a:cubicBezTo>
                  <a:cubicBezTo>
                    <a:pt x="1111" y="4037"/>
                    <a:pt x="1635" y="3498"/>
                    <a:pt x="1635" y="2831"/>
                  </a:cubicBezTo>
                  <a:lnTo>
                    <a:pt x="1635" y="412"/>
                  </a:lnTo>
                  <a:cubicBezTo>
                    <a:pt x="1635" y="213"/>
                    <a:pt x="1484" y="25"/>
                    <a:pt x="1273" y="3"/>
                  </a:cubicBezTo>
                  <a:cubicBezTo>
                    <a:pt x="1261" y="2"/>
                    <a:pt x="124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8" name="Google Shape;1068;p39"/>
            <p:cNvSpPr/>
            <p:nvPr/>
          </p:nvSpPr>
          <p:spPr>
            <a:xfrm>
              <a:off x="5654388" y="3352650"/>
              <a:ext cx="40900" cy="100950"/>
            </a:xfrm>
            <a:custGeom>
              <a:avLst/>
              <a:gdLst/>
              <a:ahLst/>
              <a:cxnLst/>
              <a:rect l="l" t="t" r="r" b="b"/>
              <a:pathLst>
                <a:path w="1636" h="4038" extrusionOk="0">
                  <a:moveTo>
                    <a:pt x="1202" y="1"/>
                  </a:moveTo>
                  <a:cubicBezTo>
                    <a:pt x="1195" y="1"/>
                    <a:pt x="1188" y="1"/>
                    <a:pt x="1181" y="1"/>
                  </a:cubicBezTo>
                  <a:cubicBezTo>
                    <a:pt x="525" y="13"/>
                    <a:pt x="0" y="551"/>
                    <a:pt x="0" y="1216"/>
                  </a:cubicBezTo>
                  <a:lnTo>
                    <a:pt x="0" y="3623"/>
                  </a:lnTo>
                  <a:cubicBezTo>
                    <a:pt x="0" y="3833"/>
                    <a:pt x="152" y="4021"/>
                    <a:pt x="351" y="4033"/>
                  </a:cubicBezTo>
                  <a:cubicBezTo>
                    <a:pt x="371" y="4036"/>
                    <a:pt x="391" y="4037"/>
                    <a:pt x="411" y="4037"/>
                  </a:cubicBezTo>
                  <a:cubicBezTo>
                    <a:pt x="629" y="4037"/>
                    <a:pt x="805" y="3861"/>
                    <a:pt x="805" y="3637"/>
                  </a:cubicBezTo>
                  <a:lnTo>
                    <a:pt x="805" y="1216"/>
                  </a:lnTo>
                  <a:cubicBezTo>
                    <a:pt x="805" y="994"/>
                    <a:pt x="982" y="807"/>
                    <a:pt x="1204" y="807"/>
                  </a:cubicBezTo>
                  <a:cubicBezTo>
                    <a:pt x="1436" y="807"/>
                    <a:pt x="1636" y="607"/>
                    <a:pt x="1613" y="363"/>
                  </a:cubicBezTo>
                  <a:cubicBezTo>
                    <a:pt x="1591" y="160"/>
                    <a:pt x="1404" y="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9" name="Google Shape;1069;p39"/>
            <p:cNvSpPr/>
            <p:nvPr/>
          </p:nvSpPr>
          <p:spPr>
            <a:xfrm>
              <a:off x="5673938" y="3287450"/>
              <a:ext cx="121925" cy="274175"/>
            </a:xfrm>
            <a:custGeom>
              <a:avLst/>
              <a:gdLst/>
              <a:ahLst/>
              <a:cxnLst/>
              <a:rect l="l" t="t" r="r" b="b"/>
              <a:pathLst>
                <a:path w="4877" h="10967" extrusionOk="0">
                  <a:moveTo>
                    <a:pt x="2586" y="0"/>
                  </a:moveTo>
                  <a:cubicBezTo>
                    <a:pt x="2453" y="0"/>
                    <a:pt x="2322" y="68"/>
                    <a:pt x="2245" y="188"/>
                  </a:cubicBezTo>
                  <a:cubicBezTo>
                    <a:pt x="2116" y="376"/>
                    <a:pt x="2175" y="620"/>
                    <a:pt x="2363" y="738"/>
                  </a:cubicBezTo>
                  <a:cubicBezTo>
                    <a:pt x="3426" y="1417"/>
                    <a:pt x="4069" y="2562"/>
                    <a:pt x="4069" y="3824"/>
                  </a:cubicBezTo>
                  <a:lnTo>
                    <a:pt x="4069" y="6512"/>
                  </a:lnTo>
                  <a:cubicBezTo>
                    <a:pt x="4069" y="8523"/>
                    <a:pt x="2433" y="10147"/>
                    <a:pt x="433" y="10158"/>
                  </a:cubicBezTo>
                  <a:cubicBezTo>
                    <a:pt x="222" y="10158"/>
                    <a:pt x="48" y="10299"/>
                    <a:pt x="23" y="10509"/>
                  </a:cubicBezTo>
                  <a:cubicBezTo>
                    <a:pt x="1" y="10756"/>
                    <a:pt x="189" y="10966"/>
                    <a:pt x="422" y="10966"/>
                  </a:cubicBezTo>
                  <a:cubicBezTo>
                    <a:pt x="2876" y="10966"/>
                    <a:pt x="4876" y="8966"/>
                    <a:pt x="4876" y="6512"/>
                  </a:cubicBezTo>
                  <a:lnTo>
                    <a:pt x="4876" y="3824"/>
                  </a:lnTo>
                  <a:cubicBezTo>
                    <a:pt x="4876" y="2292"/>
                    <a:pt x="4105" y="879"/>
                    <a:pt x="2795" y="59"/>
                  </a:cubicBezTo>
                  <a:cubicBezTo>
                    <a:pt x="2730" y="19"/>
                    <a:pt x="2658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0" name="Google Shape;1070;p39"/>
            <p:cNvSpPr/>
            <p:nvPr/>
          </p:nvSpPr>
          <p:spPr>
            <a:xfrm>
              <a:off x="5573438" y="3271750"/>
              <a:ext cx="121850" cy="274075"/>
            </a:xfrm>
            <a:custGeom>
              <a:avLst/>
              <a:gdLst/>
              <a:ahLst/>
              <a:cxnLst/>
              <a:rect l="l" t="t" r="r" b="b"/>
              <a:pathLst>
                <a:path w="4874" h="10963" extrusionOk="0">
                  <a:moveTo>
                    <a:pt x="4442" y="0"/>
                  </a:moveTo>
                  <a:cubicBezTo>
                    <a:pt x="1987" y="0"/>
                    <a:pt x="1" y="1986"/>
                    <a:pt x="1" y="4452"/>
                  </a:cubicBezTo>
                  <a:lnTo>
                    <a:pt x="1" y="7140"/>
                  </a:lnTo>
                  <a:cubicBezTo>
                    <a:pt x="1" y="8671"/>
                    <a:pt x="772" y="10074"/>
                    <a:pt x="2057" y="10893"/>
                  </a:cubicBezTo>
                  <a:cubicBezTo>
                    <a:pt x="2132" y="10940"/>
                    <a:pt x="2213" y="10962"/>
                    <a:pt x="2292" y="10962"/>
                  </a:cubicBezTo>
                  <a:cubicBezTo>
                    <a:pt x="2413" y="10962"/>
                    <a:pt x="2529" y="10910"/>
                    <a:pt x="2607" y="10812"/>
                  </a:cubicBezTo>
                  <a:cubicBezTo>
                    <a:pt x="2758" y="10624"/>
                    <a:pt x="2711" y="10343"/>
                    <a:pt x="2500" y="10214"/>
                  </a:cubicBezTo>
                  <a:cubicBezTo>
                    <a:pt x="1437" y="9549"/>
                    <a:pt x="806" y="8391"/>
                    <a:pt x="806" y="7140"/>
                  </a:cubicBezTo>
                  <a:lnTo>
                    <a:pt x="806" y="4452"/>
                  </a:lnTo>
                  <a:cubicBezTo>
                    <a:pt x="806" y="2441"/>
                    <a:pt x="2430" y="805"/>
                    <a:pt x="4442" y="805"/>
                  </a:cubicBezTo>
                  <a:cubicBezTo>
                    <a:pt x="4641" y="805"/>
                    <a:pt x="4829" y="654"/>
                    <a:pt x="4851" y="455"/>
                  </a:cubicBezTo>
                  <a:cubicBezTo>
                    <a:pt x="4874" y="210"/>
                    <a:pt x="4688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1" name="Google Shape;1071;p39"/>
            <p:cNvSpPr/>
            <p:nvPr/>
          </p:nvSpPr>
          <p:spPr>
            <a:xfrm>
              <a:off x="5552688" y="3284575"/>
              <a:ext cx="20150" cy="20150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399" y="0"/>
                  </a:moveTo>
                  <a:cubicBezTo>
                    <a:pt x="174" y="0"/>
                    <a:pt x="0" y="174"/>
                    <a:pt x="0" y="399"/>
                  </a:cubicBezTo>
                  <a:cubicBezTo>
                    <a:pt x="0" y="620"/>
                    <a:pt x="174" y="806"/>
                    <a:pt x="399" y="806"/>
                  </a:cubicBezTo>
                  <a:cubicBezTo>
                    <a:pt x="620" y="806"/>
                    <a:pt x="806" y="620"/>
                    <a:pt x="806" y="399"/>
                  </a:cubicBezTo>
                  <a:cubicBezTo>
                    <a:pt x="806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2" name="Google Shape;1072;p39"/>
            <p:cNvSpPr/>
            <p:nvPr/>
          </p:nvSpPr>
          <p:spPr>
            <a:xfrm>
              <a:off x="5796388" y="3284575"/>
              <a:ext cx="20525" cy="20150"/>
            </a:xfrm>
            <a:custGeom>
              <a:avLst/>
              <a:gdLst/>
              <a:ahLst/>
              <a:cxnLst/>
              <a:rect l="l" t="t" r="r" b="b"/>
              <a:pathLst>
                <a:path w="821" h="806" extrusionOk="0">
                  <a:moveTo>
                    <a:pt x="410" y="0"/>
                  </a:moveTo>
                  <a:cubicBezTo>
                    <a:pt x="189" y="0"/>
                    <a:pt x="1" y="174"/>
                    <a:pt x="1" y="399"/>
                  </a:cubicBezTo>
                  <a:cubicBezTo>
                    <a:pt x="1" y="620"/>
                    <a:pt x="189" y="806"/>
                    <a:pt x="410" y="806"/>
                  </a:cubicBezTo>
                  <a:cubicBezTo>
                    <a:pt x="632" y="806"/>
                    <a:pt x="820" y="620"/>
                    <a:pt x="820" y="399"/>
                  </a:cubicBezTo>
                  <a:cubicBezTo>
                    <a:pt x="820" y="174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3" name="Google Shape;1073;p39"/>
            <p:cNvSpPr/>
            <p:nvPr/>
          </p:nvSpPr>
          <p:spPr>
            <a:xfrm>
              <a:off x="5552688" y="3528575"/>
              <a:ext cx="20150" cy="20225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399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9" y="808"/>
                  </a:cubicBezTo>
                  <a:cubicBezTo>
                    <a:pt x="620" y="808"/>
                    <a:pt x="806" y="620"/>
                    <a:pt x="806" y="398"/>
                  </a:cubicBezTo>
                  <a:cubicBezTo>
                    <a:pt x="806" y="177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4" name="Google Shape;1074;p39"/>
            <p:cNvSpPr/>
            <p:nvPr/>
          </p:nvSpPr>
          <p:spPr>
            <a:xfrm>
              <a:off x="5796388" y="3528575"/>
              <a:ext cx="20525" cy="20225"/>
            </a:xfrm>
            <a:custGeom>
              <a:avLst/>
              <a:gdLst/>
              <a:ahLst/>
              <a:cxnLst/>
              <a:rect l="l" t="t" r="r" b="b"/>
              <a:pathLst>
                <a:path w="821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8"/>
                  </a:cubicBezTo>
                  <a:cubicBezTo>
                    <a:pt x="1" y="620"/>
                    <a:pt x="189" y="808"/>
                    <a:pt x="410" y="808"/>
                  </a:cubicBezTo>
                  <a:cubicBezTo>
                    <a:pt x="632" y="808"/>
                    <a:pt x="820" y="620"/>
                    <a:pt x="820" y="398"/>
                  </a:cubicBezTo>
                  <a:cubicBezTo>
                    <a:pt x="820" y="177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75" name="Google Shape;1075;p39"/>
          <p:cNvGrpSpPr/>
          <p:nvPr/>
        </p:nvGrpSpPr>
        <p:grpSpPr>
          <a:xfrm>
            <a:off x="6124688" y="1376275"/>
            <a:ext cx="331975" cy="344800"/>
            <a:chOff x="6285563" y="2681150"/>
            <a:chExt cx="331975" cy="344800"/>
          </a:xfrm>
        </p:grpSpPr>
        <p:sp>
          <p:nvSpPr>
            <p:cNvPr id="1076" name="Google Shape;1076;p39"/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7" name="Google Shape;1077;p39"/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078" name="Google Shape;1078;p39"/>
          <p:cNvGrpSpPr/>
          <p:nvPr/>
        </p:nvGrpSpPr>
        <p:grpSpPr>
          <a:xfrm>
            <a:off x="2680750" y="1376275"/>
            <a:ext cx="345150" cy="344800"/>
            <a:chOff x="5512088" y="2681150"/>
            <a:chExt cx="345150" cy="344800"/>
          </a:xfrm>
        </p:grpSpPr>
        <p:sp>
          <p:nvSpPr>
            <p:cNvPr id="1079" name="Google Shape;1079;p39"/>
            <p:cNvSpPr/>
            <p:nvPr/>
          </p:nvSpPr>
          <p:spPr>
            <a:xfrm>
              <a:off x="5512088" y="2681150"/>
              <a:ext cx="345150" cy="344800"/>
            </a:xfrm>
            <a:custGeom>
              <a:avLst/>
              <a:gdLst/>
              <a:ahLst/>
              <a:cxnLst/>
              <a:rect l="l" t="t" r="r" b="b"/>
              <a:pathLst>
                <a:path w="13806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0" name="Google Shape;1080;p39"/>
            <p:cNvSpPr/>
            <p:nvPr/>
          </p:nvSpPr>
          <p:spPr>
            <a:xfrm>
              <a:off x="5782663" y="2748350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1" name="Google Shape;1081;p39"/>
            <p:cNvSpPr/>
            <p:nvPr/>
          </p:nvSpPr>
          <p:spPr>
            <a:xfrm>
              <a:off x="5774438" y="2694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2" name="Google Shape;1082;p39"/>
            <p:cNvSpPr/>
            <p:nvPr/>
          </p:nvSpPr>
          <p:spPr>
            <a:xfrm>
              <a:off x="5774438" y="279220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3" name="Google Shape;1083;p39"/>
            <p:cNvSpPr/>
            <p:nvPr/>
          </p:nvSpPr>
          <p:spPr>
            <a:xfrm>
              <a:off x="5546513" y="2748350"/>
              <a:ext cx="40700" cy="20200"/>
            </a:xfrm>
            <a:custGeom>
              <a:avLst/>
              <a:gdLst/>
              <a:ahLst/>
              <a:cxnLst/>
              <a:rect l="l" t="t" r="r" b="b"/>
              <a:pathLst>
                <a:path w="1628" h="808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4" name="Google Shape;1084;p39"/>
            <p:cNvSpPr/>
            <p:nvPr/>
          </p:nvSpPr>
          <p:spPr>
            <a:xfrm>
              <a:off x="5554713" y="2694450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5554713" y="2792200"/>
              <a:ext cx="40650" cy="30350"/>
            </a:xfrm>
            <a:custGeom>
              <a:avLst/>
              <a:gdLst/>
              <a:ahLst/>
              <a:cxnLst/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086" name="Google Shape;1086;p39"/>
          <p:cNvSpPr txBox="1"/>
          <p:nvPr/>
        </p:nvSpPr>
        <p:spPr>
          <a:xfrm>
            <a:off x="3281489" y="2430665"/>
            <a:ext cx="1663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87" name="Google Shape;1087;p3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88" name="Google Shape;1088;p3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089" name="Google Shape;1089;p3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090" name="Google Shape;1090;p3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091" name="Google Shape;1091;p3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2" name="TextBox 109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MEASUREMENT AXES ON THE BLOCH SPHERE</a:t>
            </a:r>
          </a:p>
        </p:txBody>
      </p:sp>
      <p:pic>
        <p:nvPicPr>
          <p:cNvPr id="1093" name="Picture 10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5029200" cy="5029200"/>
          </a:xfrm>
          <a:prstGeom prst="rect">
            <a:avLst/>
          </a:prstGeom>
        </p:spPr>
      </p:pic>
      <p:sp>
        <p:nvSpPr>
          <p:cNvPr id="1094" name="TextBox 1093"/>
          <p:cNvSpPr txBox="1"/>
          <p:nvPr/>
        </p:nvSpPr>
        <p:spPr>
          <a:xfrm>
            <a:off x="598932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UNKNOWN NEEDLE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5989320" y="1691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The red arrow represents the unknown state.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598932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THREE AXES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5989320" y="306324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X, Y, and Z are the three directions used to collect enough information for reconstruction.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5989320" y="4389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SHADOWS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598932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Each projection gives one coordinate of the Bloch vector.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097" name="Google Shape;1097;p40"/>
          <p:cNvSpPr/>
          <p:nvPr/>
        </p:nvSpPr>
        <p:spPr>
          <a:xfrm>
            <a:off x="13366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3005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40"/>
          <p:cNvSpPr/>
          <p:nvPr/>
        </p:nvSpPr>
        <p:spPr>
          <a:xfrm>
            <a:off x="52644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40"/>
          <p:cNvSpPr/>
          <p:nvPr/>
        </p:nvSpPr>
        <p:spPr>
          <a:xfrm>
            <a:off x="7228375" y="1165800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40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2" name="Google Shape;1102;p40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3" name="Google Shape;1103;p40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4" name="Google Shape;1104;p40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05" name="Google Shape;1105;p40"/>
          <p:cNvCxnSpPr>
            <a:stCxn id="1097" idx="3"/>
            <a:endCxn id="1098" idx="1"/>
          </p:cNvCxnSpPr>
          <p:nvPr/>
        </p:nvCxnSpPr>
        <p:spPr>
          <a:xfrm>
            <a:off x="18853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06" name="Google Shape;1106;p40"/>
          <p:cNvCxnSpPr>
            <a:stCxn id="1098" idx="3"/>
            <a:endCxn id="1099" idx="1"/>
          </p:cNvCxnSpPr>
          <p:nvPr/>
        </p:nvCxnSpPr>
        <p:spPr>
          <a:xfrm>
            <a:off x="38492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07" name="Google Shape;1107;p40"/>
          <p:cNvCxnSpPr>
            <a:stCxn id="1099" idx="3"/>
            <a:endCxn id="1100" idx="1"/>
          </p:cNvCxnSpPr>
          <p:nvPr/>
        </p:nvCxnSpPr>
        <p:spPr>
          <a:xfrm>
            <a:off x="5813175" y="1440150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08" name="Google Shape;1108;p40"/>
          <p:cNvCxnSpPr>
            <a:stCxn id="1097" idx="2"/>
            <a:endCxn id="1101" idx="0"/>
          </p:cNvCxnSpPr>
          <p:nvPr/>
        </p:nvCxnSpPr>
        <p:spPr>
          <a:xfrm>
            <a:off x="16110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9" name="Google Shape;1109;p40"/>
          <p:cNvCxnSpPr>
            <a:stCxn id="1098" idx="2"/>
            <a:endCxn id="1102" idx="0"/>
          </p:cNvCxnSpPr>
          <p:nvPr/>
        </p:nvCxnSpPr>
        <p:spPr>
          <a:xfrm>
            <a:off x="35749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40"/>
          <p:cNvCxnSpPr>
            <a:stCxn id="1099" idx="2"/>
            <a:endCxn id="1103" idx="0"/>
          </p:cNvCxnSpPr>
          <p:nvPr/>
        </p:nvCxnSpPr>
        <p:spPr>
          <a:xfrm>
            <a:off x="55388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40"/>
          <p:cNvCxnSpPr>
            <a:stCxn id="1100" idx="2"/>
            <a:endCxn id="1104" idx="0"/>
          </p:cNvCxnSpPr>
          <p:nvPr/>
        </p:nvCxnSpPr>
        <p:spPr>
          <a:xfrm>
            <a:off x="7502725" y="1714500"/>
            <a:ext cx="0" cy="148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2" name="Google Shape;1112;p40"/>
          <p:cNvSpPr/>
          <p:nvPr/>
        </p:nvSpPr>
        <p:spPr>
          <a:xfrm>
            <a:off x="13366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40"/>
          <p:cNvSpPr/>
          <p:nvPr/>
        </p:nvSpPr>
        <p:spPr>
          <a:xfrm>
            <a:off x="33005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52644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228375" y="302552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40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7" name="Google Shape;1117;p40"/>
          <p:cNvSpPr txBox="1"/>
          <p:nvPr/>
        </p:nvSpPr>
        <p:spPr>
          <a:xfrm flipH="1">
            <a:off x="26605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8" name="Google Shape;1118;p40"/>
          <p:cNvSpPr txBox="1"/>
          <p:nvPr/>
        </p:nvSpPr>
        <p:spPr>
          <a:xfrm flipH="1">
            <a:off x="46244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9" name="Google Shape;1119;p40"/>
          <p:cNvSpPr txBox="1"/>
          <p:nvPr/>
        </p:nvSpPr>
        <p:spPr>
          <a:xfrm flipH="1">
            <a:off x="65883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20" name="Google Shape;1120;p40"/>
          <p:cNvCxnSpPr>
            <a:stCxn id="1112" idx="3"/>
            <a:endCxn id="1113" idx="1"/>
          </p:cNvCxnSpPr>
          <p:nvPr/>
        </p:nvCxnSpPr>
        <p:spPr>
          <a:xfrm>
            <a:off x="18853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21" name="Google Shape;1121;p40"/>
          <p:cNvCxnSpPr>
            <a:stCxn id="1113" idx="3"/>
            <a:endCxn id="1114" idx="1"/>
          </p:cNvCxnSpPr>
          <p:nvPr/>
        </p:nvCxnSpPr>
        <p:spPr>
          <a:xfrm>
            <a:off x="38492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22" name="Google Shape;1122;p40"/>
          <p:cNvCxnSpPr>
            <a:stCxn id="1114" idx="3"/>
            <a:endCxn id="1115" idx="1"/>
          </p:cNvCxnSpPr>
          <p:nvPr/>
        </p:nvCxnSpPr>
        <p:spPr>
          <a:xfrm>
            <a:off x="5813175" y="3299875"/>
            <a:ext cx="14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23" name="Google Shape;1123;p40"/>
          <p:cNvCxnSpPr>
            <a:stCxn id="1112" idx="2"/>
            <a:endCxn id="1116" idx="0"/>
          </p:cNvCxnSpPr>
          <p:nvPr/>
        </p:nvCxnSpPr>
        <p:spPr>
          <a:xfrm>
            <a:off x="16110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40"/>
          <p:cNvCxnSpPr>
            <a:stCxn id="1113" idx="2"/>
            <a:endCxn id="1117" idx="0"/>
          </p:cNvCxnSpPr>
          <p:nvPr/>
        </p:nvCxnSpPr>
        <p:spPr>
          <a:xfrm>
            <a:off x="35749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40"/>
          <p:cNvCxnSpPr>
            <a:stCxn id="1114" idx="2"/>
            <a:endCxn id="1118" idx="0"/>
          </p:cNvCxnSpPr>
          <p:nvPr/>
        </p:nvCxnSpPr>
        <p:spPr>
          <a:xfrm>
            <a:off x="55388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40"/>
          <p:cNvCxnSpPr>
            <a:stCxn id="1115" idx="2"/>
            <a:endCxn id="1119" idx="0"/>
          </p:cNvCxnSpPr>
          <p:nvPr/>
        </p:nvCxnSpPr>
        <p:spPr>
          <a:xfrm>
            <a:off x="7502725" y="3574225"/>
            <a:ext cx="0" cy="122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27" name="Google Shape;1127;p40"/>
          <p:cNvGrpSpPr/>
          <p:nvPr/>
        </p:nvGrpSpPr>
        <p:grpSpPr>
          <a:xfrm>
            <a:off x="5365025" y="3127300"/>
            <a:ext cx="347475" cy="345150"/>
            <a:chOff x="4744113" y="3243975"/>
            <a:chExt cx="347475" cy="345150"/>
          </a:xfrm>
        </p:grpSpPr>
        <p:sp>
          <p:nvSpPr>
            <p:cNvPr id="1128" name="Google Shape;1128;p40"/>
            <p:cNvSpPr/>
            <p:nvPr/>
          </p:nvSpPr>
          <p:spPr>
            <a:xfrm>
              <a:off x="4744113" y="3339725"/>
              <a:ext cx="182950" cy="249400"/>
            </a:xfrm>
            <a:custGeom>
              <a:avLst/>
              <a:gdLst/>
              <a:ahLst/>
              <a:cxnLst/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4935238" y="3434175"/>
              <a:ext cx="156350" cy="154950"/>
            </a:xfrm>
            <a:custGeom>
              <a:avLst/>
              <a:gdLst/>
              <a:ahLst/>
              <a:cxnLst/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4983138" y="3481225"/>
              <a:ext cx="60550" cy="60825"/>
            </a:xfrm>
            <a:custGeom>
              <a:avLst/>
              <a:gdLst/>
              <a:ahLst/>
              <a:cxnLst/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4826238" y="3243975"/>
              <a:ext cx="231950" cy="173375"/>
            </a:xfrm>
            <a:custGeom>
              <a:avLst/>
              <a:gdLst/>
              <a:ahLst/>
              <a:cxnLst/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32" name="Google Shape;1132;p40"/>
          <p:cNvGrpSpPr/>
          <p:nvPr/>
        </p:nvGrpSpPr>
        <p:grpSpPr>
          <a:xfrm>
            <a:off x="1450438" y="3127138"/>
            <a:ext cx="321175" cy="345475"/>
            <a:chOff x="3252313" y="3243975"/>
            <a:chExt cx="321175" cy="345475"/>
          </a:xfrm>
        </p:grpSpPr>
        <p:sp>
          <p:nvSpPr>
            <p:cNvPr id="1133" name="Google Shape;1133;p40"/>
            <p:cNvSpPr/>
            <p:nvPr/>
          </p:nvSpPr>
          <p:spPr>
            <a:xfrm>
              <a:off x="3252313" y="3243975"/>
              <a:ext cx="321175" cy="345475"/>
            </a:xfrm>
            <a:custGeom>
              <a:avLst/>
              <a:gdLst/>
              <a:ahLst/>
              <a:cxnLst/>
              <a:rect l="l" t="t" r="r" b="b"/>
              <a:pathLst>
                <a:path w="12847" h="13819" extrusionOk="0">
                  <a:moveTo>
                    <a:pt x="6431" y="816"/>
                  </a:moveTo>
                  <a:cubicBezTo>
                    <a:pt x="7693" y="816"/>
                    <a:pt x="8720" y="1846"/>
                    <a:pt x="8720" y="3108"/>
                  </a:cubicBezTo>
                  <a:cubicBezTo>
                    <a:pt x="8720" y="3799"/>
                    <a:pt x="8417" y="4441"/>
                    <a:pt x="7878" y="4873"/>
                  </a:cubicBezTo>
                  <a:cubicBezTo>
                    <a:pt x="7539" y="5154"/>
                    <a:pt x="7306" y="5541"/>
                    <a:pt x="7236" y="5936"/>
                  </a:cubicBezTo>
                  <a:lnTo>
                    <a:pt x="6826" y="5936"/>
                  </a:lnTo>
                  <a:lnTo>
                    <a:pt x="6826" y="3821"/>
                  </a:lnTo>
                  <a:lnTo>
                    <a:pt x="7516" y="3131"/>
                  </a:lnTo>
                  <a:cubicBezTo>
                    <a:pt x="7679" y="2968"/>
                    <a:pt x="7679" y="2710"/>
                    <a:pt x="7516" y="2559"/>
                  </a:cubicBezTo>
                  <a:cubicBezTo>
                    <a:pt x="7441" y="2477"/>
                    <a:pt x="7338" y="2437"/>
                    <a:pt x="7234" y="2437"/>
                  </a:cubicBezTo>
                  <a:cubicBezTo>
                    <a:pt x="7131" y="2437"/>
                    <a:pt x="7025" y="2477"/>
                    <a:pt x="6944" y="2559"/>
                  </a:cubicBezTo>
                  <a:lnTo>
                    <a:pt x="6431" y="3075"/>
                  </a:lnTo>
                  <a:lnTo>
                    <a:pt x="5903" y="2559"/>
                  </a:lnTo>
                  <a:cubicBezTo>
                    <a:pt x="5826" y="2481"/>
                    <a:pt x="5720" y="2440"/>
                    <a:pt x="5613" y="2440"/>
                  </a:cubicBezTo>
                  <a:cubicBezTo>
                    <a:pt x="5527" y="2440"/>
                    <a:pt x="5439" y="2467"/>
                    <a:pt x="5365" y="2525"/>
                  </a:cubicBezTo>
                  <a:cubicBezTo>
                    <a:pt x="5168" y="2676"/>
                    <a:pt x="5154" y="2957"/>
                    <a:pt x="5331" y="3131"/>
                  </a:cubicBezTo>
                  <a:lnTo>
                    <a:pt x="6021" y="3821"/>
                  </a:lnTo>
                  <a:lnTo>
                    <a:pt x="6021" y="5936"/>
                  </a:lnTo>
                  <a:lnTo>
                    <a:pt x="5611" y="5936"/>
                  </a:lnTo>
                  <a:cubicBezTo>
                    <a:pt x="5541" y="5541"/>
                    <a:pt x="5309" y="5154"/>
                    <a:pt x="4969" y="4873"/>
                  </a:cubicBezTo>
                  <a:cubicBezTo>
                    <a:pt x="4442" y="4441"/>
                    <a:pt x="4139" y="3799"/>
                    <a:pt x="4139" y="3108"/>
                  </a:cubicBezTo>
                  <a:cubicBezTo>
                    <a:pt x="4139" y="1846"/>
                    <a:pt x="5154" y="816"/>
                    <a:pt x="6431" y="816"/>
                  </a:cubicBezTo>
                  <a:close/>
                  <a:moveTo>
                    <a:pt x="7202" y="6755"/>
                  </a:moveTo>
                  <a:lnTo>
                    <a:pt x="7202" y="7154"/>
                  </a:lnTo>
                  <a:cubicBezTo>
                    <a:pt x="7202" y="7235"/>
                    <a:pt x="7143" y="7294"/>
                    <a:pt x="7073" y="7294"/>
                  </a:cubicBezTo>
                  <a:lnTo>
                    <a:pt x="5774" y="7294"/>
                  </a:lnTo>
                  <a:cubicBezTo>
                    <a:pt x="5704" y="7294"/>
                    <a:pt x="5645" y="7235"/>
                    <a:pt x="5645" y="7154"/>
                  </a:cubicBezTo>
                  <a:lnTo>
                    <a:pt x="5645" y="6755"/>
                  </a:lnTo>
                  <a:close/>
                  <a:moveTo>
                    <a:pt x="7996" y="7364"/>
                  </a:moveTo>
                  <a:lnTo>
                    <a:pt x="9598" y="7959"/>
                  </a:lnTo>
                  <a:lnTo>
                    <a:pt x="6431" y="9151"/>
                  </a:lnTo>
                  <a:lnTo>
                    <a:pt x="3275" y="7959"/>
                  </a:lnTo>
                  <a:lnTo>
                    <a:pt x="4874" y="7364"/>
                  </a:lnTo>
                  <a:cubicBezTo>
                    <a:pt x="4969" y="7785"/>
                    <a:pt x="5342" y="8099"/>
                    <a:pt x="5785" y="8099"/>
                  </a:cubicBezTo>
                  <a:lnTo>
                    <a:pt x="7073" y="8099"/>
                  </a:lnTo>
                  <a:cubicBezTo>
                    <a:pt x="7516" y="8099"/>
                    <a:pt x="7889" y="7785"/>
                    <a:pt x="7996" y="7364"/>
                  </a:cubicBezTo>
                  <a:close/>
                  <a:moveTo>
                    <a:pt x="2197" y="8427"/>
                  </a:moveTo>
                  <a:lnTo>
                    <a:pt x="5634" y="9712"/>
                  </a:lnTo>
                  <a:lnTo>
                    <a:pt x="4733" y="10472"/>
                  </a:lnTo>
                  <a:lnTo>
                    <a:pt x="1297" y="9176"/>
                  </a:lnTo>
                  <a:lnTo>
                    <a:pt x="2197" y="8427"/>
                  </a:lnTo>
                  <a:close/>
                  <a:moveTo>
                    <a:pt x="10661" y="8427"/>
                  </a:moveTo>
                  <a:lnTo>
                    <a:pt x="11573" y="9176"/>
                  </a:lnTo>
                  <a:lnTo>
                    <a:pt x="8125" y="10472"/>
                  </a:lnTo>
                  <a:lnTo>
                    <a:pt x="7225" y="9712"/>
                  </a:lnTo>
                  <a:lnTo>
                    <a:pt x="10661" y="8427"/>
                  </a:lnTo>
                  <a:close/>
                  <a:moveTo>
                    <a:pt x="6021" y="10450"/>
                  </a:moveTo>
                  <a:lnTo>
                    <a:pt x="6021" y="12823"/>
                  </a:lnTo>
                  <a:lnTo>
                    <a:pt x="2514" y="11513"/>
                  </a:lnTo>
                  <a:lnTo>
                    <a:pt x="2514" y="10509"/>
                  </a:lnTo>
                  <a:lnTo>
                    <a:pt x="4663" y="11303"/>
                  </a:lnTo>
                  <a:cubicBezTo>
                    <a:pt x="4714" y="11324"/>
                    <a:pt x="4767" y="11334"/>
                    <a:pt x="4819" y="11334"/>
                  </a:cubicBezTo>
                  <a:cubicBezTo>
                    <a:pt x="4909" y="11334"/>
                    <a:pt x="4996" y="11303"/>
                    <a:pt x="5062" y="11244"/>
                  </a:cubicBezTo>
                  <a:lnTo>
                    <a:pt x="6021" y="10450"/>
                  </a:lnTo>
                  <a:close/>
                  <a:moveTo>
                    <a:pt x="6826" y="10450"/>
                  </a:moveTo>
                  <a:lnTo>
                    <a:pt x="7786" y="11244"/>
                  </a:lnTo>
                  <a:cubicBezTo>
                    <a:pt x="7852" y="11303"/>
                    <a:pt x="7938" y="11334"/>
                    <a:pt x="8029" y="11334"/>
                  </a:cubicBezTo>
                  <a:cubicBezTo>
                    <a:pt x="8080" y="11334"/>
                    <a:pt x="8133" y="11324"/>
                    <a:pt x="8184" y="11303"/>
                  </a:cubicBezTo>
                  <a:lnTo>
                    <a:pt x="10333" y="10509"/>
                  </a:lnTo>
                  <a:lnTo>
                    <a:pt x="10333" y="11513"/>
                  </a:lnTo>
                  <a:lnTo>
                    <a:pt x="6826" y="12823"/>
                  </a:lnTo>
                  <a:lnTo>
                    <a:pt x="6826" y="10450"/>
                  </a:lnTo>
                  <a:close/>
                  <a:moveTo>
                    <a:pt x="6431" y="0"/>
                  </a:moveTo>
                  <a:cubicBezTo>
                    <a:pt x="4711" y="0"/>
                    <a:pt x="3308" y="1392"/>
                    <a:pt x="3308" y="3108"/>
                  </a:cubicBezTo>
                  <a:cubicBezTo>
                    <a:pt x="3308" y="4043"/>
                    <a:pt x="3729" y="4921"/>
                    <a:pt x="4442" y="5515"/>
                  </a:cubicBezTo>
                  <a:cubicBezTo>
                    <a:pt x="4689" y="5715"/>
                    <a:pt x="4829" y="5995"/>
                    <a:pt x="4829" y="6276"/>
                  </a:cubicBezTo>
                  <a:lnTo>
                    <a:pt x="4829" y="6511"/>
                  </a:lnTo>
                  <a:lnTo>
                    <a:pt x="1965" y="7586"/>
                  </a:lnTo>
                  <a:cubicBezTo>
                    <a:pt x="1928" y="7597"/>
                    <a:pt x="1883" y="7619"/>
                    <a:pt x="1847" y="7656"/>
                  </a:cubicBezTo>
                  <a:lnTo>
                    <a:pt x="234" y="9000"/>
                  </a:lnTo>
                  <a:cubicBezTo>
                    <a:pt x="1" y="9199"/>
                    <a:pt x="60" y="9583"/>
                    <a:pt x="352" y="9690"/>
                  </a:cubicBezTo>
                  <a:lnTo>
                    <a:pt x="1706" y="10192"/>
                  </a:lnTo>
                  <a:lnTo>
                    <a:pt x="1706" y="11794"/>
                  </a:lnTo>
                  <a:cubicBezTo>
                    <a:pt x="1706" y="11956"/>
                    <a:pt x="1813" y="12108"/>
                    <a:pt x="1965" y="12167"/>
                  </a:cubicBezTo>
                  <a:lnTo>
                    <a:pt x="6276" y="13791"/>
                  </a:lnTo>
                  <a:cubicBezTo>
                    <a:pt x="6324" y="13809"/>
                    <a:pt x="6374" y="13818"/>
                    <a:pt x="6424" y="13818"/>
                  </a:cubicBezTo>
                  <a:cubicBezTo>
                    <a:pt x="6473" y="13818"/>
                    <a:pt x="6523" y="13809"/>
                    <a:pt x="6571" y="13791"/>
                  </a:cubicBezTo>
                  <a:lnTo>
                    <a:pt x="10883" y="12167"/>
                  </a:lnTo>
                  <a:cubicBezTo>
                    <a:pt x="11034" y="12108"/>
                    <a:pt x="11141" y="11956"/>
                    <a:pt x="11141" y="11794"/>
                  </a:cubicBezTo>
                  <a:lnTo>
                    <a:pt x="11141" y="10192"/>
                  </a:lnTo>
                  <a:lnTo>
                    <a:pt x="12496" y="9690"/>
                  </a:lnTo>
                  <a:cubicBezTo>
                    <a:pt x="12788" y="9583"/>
                    <a:pt x="12846" y="9199"/>
                    <a:pt x="12614" y="9000"/>
                  </a:cubicBezTo>
                  <a:lnTo>
                    <a:pt x="11001" y="7656"/>
                  </a:lnTo>
                  <a:cubicBezTo>
                    <a:pt x="10964" y="7619"/>
                    <a:pt x="10919" y="7597"/>
                    <a:pt x="10883" y="7586"/>
                  </a:cubicBezTo>
                  <a:lnTo>
                    <a:pt x="8018" y="6511"/>
                  </a:lnTo>
                  <a:lnTo>
                    <a:pt x="8018" y="6276"/>
                  </a:lnTo>
                  <a:cubicBezTo>
                    <a:pt x="8018" y="5995"/>
                    <a:pt x="8159" y="5715"/>
                    <a:pt x="8406" y="5515"/>
                  </a:cubicBezTo>
                  <a:cubicBezTo>
                    <a:pt x="9129" y="4921"/>
                    <a:pt x="9539" y="4043"/>
                    <a:pt x="9539" y="3108"/>
                  </a:cubicBezTo>
                  <a:cubicBezTo>
                    <a:pt x="9539" y="1392"/>
                    <a:pt x="8136" y="0"/>
                    <a:pt x="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3510913" y="3311725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20"/>
                    <a:pt x="177" y="808"/>
                    <a:pt x="398" y="808"/>
                  </a:cubicBezTo>
                  <a:lnTo>
                    <a:pt x="1206" y="808"/>
                  </a:lnTo>
                  <a:cubicBezTo>
                    <a:pt x="1428" y="808"/>
                    <a:pt x="1613" y="620"/>
                    <a:pt x="1613" y="398"/>
                  </a:cubicBezTo>
                  <a:cubicBezTo>
                    <a:pt x="1613" y="177"/>
                    <a:pt x="1428" y="0"/>
                    <a:pt x="1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3502763" y="3257725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57" y="0"/>
                  </a:moveTo>
                  <a:cubicBezTo>
                    <a:pt x="1088" y="0"/>
                    <a:pt x="1020" y="18"/>
                    <a:pt x="957" y="56"/>
                  </a:cubicBezTo>
                  <a:lnTo>
                    <a:pt x="256" y="454"/>
                  </a:lnTo>
                  <a:cubicBezTo>
                    <a:pt x="60" y="572"/>
                    <a:pt x="1" y="816"/>
                    <a:pt x="104" y="1016"/>
                  </a:cubicBezTo>
                  <a:cubicBezTo>
                    <a:pt x="183" y="1141"/>
                    <a:pt x="317" y="1214"/>
                    <a:pt x="454" y="1214"/>
                  </a:cubicBezTo>
                  <a:cubicBezTo>
                    <a:pt x="522" y="1214"/>
                    <a:pt x="591" y="1195"/>
                    <a:pt x="654" y="1156"/>
                  </a:cubicBezTo>
                  <a:lnTo>
                    <a:pt x="1356" y="757"/>
                  </a:lnTo>
                  <a:cubicBezTo>
                    <a:pt x="1555" y="642"/>
                    <a:pt x="1625" y="396"/>
                    <a:pt x="1507" y="196"/>
                  </a:cubicBezTo>
                  <a:cubicBezTo>
                    <a:pt x="1430" y="73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3502763" y="3355450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56" y="1"/>
                  </a:moveTo>
                  <a:cubicBezTo>
                    <a:pt x="319" y="1"/>
                    <a:pt x="183" y="70"/>
                    <a:pt x="104" y="204"/>
                  </a:cubicBezTo>
                  <a:cubicBezTo>
                    <a:pt x="1" y="392"/>
                    <a:pt x="60" y="650"/>
                    <a:pt x="256" y="753"/>
                  </a:cubicBezTo>
                  <a:lnTo>
                    <a:pt x="957" y="1163"/>
                  </a:lnTo>
                  <a:cubicBezTo>
                    <a:pt x="1019" y="1197"/>
                    <a:pt x="1088" y="1214"/>
                    <a:pt x="1156" y="1214"/>
                  </a:cubicBezTo>
                  <a:cubicBezTo>
                    <a:pt x="1294" y="1214"/>
                    <a:pt x="1430" y="1145"/>
                    <a:pt x="1507" y="1012"/>
                  </a:cubicBezTo>
                  <a:cubicBezTo>
                    <a:pt x="1625" y="812"/>
                    <a:pt x="1555" y="565"/>
                    <a:pt x="1356" y="462"/>
                  </a:cubicBezTo>
                  <a:lnTo>
                    <a:pt x="654" y="52"/>
                  </a:lnTo>
                  <a:cubicBezTo>
                    <a:pt x="592" y="18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274838" y="3311725"/>
              <a:ext cx="40625" cy="20200"/>
            </a:xfrm>
            <a:custGeom>
              <a:avLst/>
              <a:gdLst/>
              <a:ahLst/>
              <a:cxnLst/>
              <a:rect l="l" t="t" r="r" b="b"/>
              <a:pathLst>
                <a:path w="1625" h="808" extrusionOk="0">
                  <a:moveTo>
                    <a:pt x="410" y="0"/>
                  </a:moveTo>
                  <a:cubicBezTo>
                    <a:pt x="186" y="0"/>
                    <a:pt x="0" y="177"/>
                    <a:pt x="0" y="398"/>
                  </a:cubicBezTo>
                  <a:cubicBezTo>
                    <a:pt x="0" y="620"/>
                    <a:pt x="186" y="808"/>
                    <a:pt x="410" y="808"/>
                  </a:cubicBezTo>
                  <a:lnTo>
                    <a:pt x="1215" y="808"/>
                  </a:lnTo>
                  <a:cubicBezTo>
                    <a:pt x="1437" y="808"/>
                    <a:pt x="1625" y="620"/>
                    <a:pt x="1625" y="398"/>
                  </a:cubicBezTo>
                  <a:cubicBezTo>
                    <a:pt x="1625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3282963" y="3257725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9" y="0"/>
                  </a:moveTo>
                  <a:cubicBezTo>
                    <a:pt x="321" y="0"/>
                    <a:pt x="186" y="73"/>
                    <a:pt x="107" y="196"/>
                  </a:cubicBezTo>
                  <a:cubicBezTo>
                    <a:pt x="1" y="396"/>
                    <a:pt x="60" y="642"/>
                    <a:pt x="259" y="757"/>
                  </a:cubicBezTo>
                  <a:lnTo>
                    <a:pt x="960" y="1156"/>
                  </a:lnTo>
                  <a:cubicBezTo>
                    <a:pt x="1023" y="1195"/>
                    <a:pt x="1093" y="1214"/>
                    <a:pt x="1163" y="1214"/>
                  </a:cubicBezTo>
                  <a:cubicBezTo>
                    <a:pt x="1302" y="1214"/>
                    <a:pt x="1439" y="1141"/>
                    <a:pt x="1510" y="1016"/>
                  </a:cubicBezTo>
                  <a:cubicBezTo>
                    <a:pt x="1628" y="816"/>
                    <a:pt x="1558" y="572"/>
                    <a:pt x="1359" y="454"/>
                  </a:cubicBezTo>
                  <a:lnTo>
                    <a:pt x="657" y="56"/>
                  </a:lnTo>
                  <a:cubicBezTo>
                    <a:pt x="595" y="18"/>
                    <a:pt x="526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282963" y="3355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12"/>
                    <a:pt x="107" y="1012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392"/>
                    <a:pt x="1510" y="204"/>
                  </a:cubicBezTo>
                  <a:cubicBezTo>
                    <a:pt x="1439" y="70"/>
                    <a:pt x="1301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40" name="Google Shape;1140;p40"/>
          <p:cNvGrpSpPr/>
          <p:nvPr/>
        </p:nvGrpSpPr>
        <p:grpSpPr>
          <a:xfrm>
            <a:off x="3402325" y="3127300"/>
            <a:ext cx="345075" cy="345150"/>
            <a:chOff x="4007438" y="3243975"/>
            <a:chExt cx="345075" cy="345150"/>
          </a:xfrm>
        </p:grpSpPr>
        <p:sp>
          <p:nvSpPr>
            <p:cNvPr id="1141" name="Google Shape;1141;p40"/>
            <p:cNvSpPr/>
            <p:nvPr/>
          </p:nvSpPr>
          <p:spPr>
            <a:xfrm>
              <a:off x="4311888" y="3351750"/>
              <a:ext cx="40625" cy="20525"/>
            </a:xfrm>
            <a:custGeom>
              <a:avLst/>
              <a:gdLst/>
              <a:ahLst/>
              <a:cxnLst/>
              <a:rect l="l" t="t" r="r" b="b"/>
              <a:pathLst>
                <a:path w="1625" h="821" extrusionOk="0">
                  <a:moveTo>
                    <a:pt x="410" y="1"/>
                  </a:moveTo>
                  <a:cubicBezTo>
                    <a:pt x="189" y="1"/>
                    <a:pt x="1" y="189"/>
                    <a:pt x="1" y="410"/>
                  </a:cubicBezTo>
                  <a:cubicBezTo>
                    <a:pt x="1" y="632"/>
                    <a:pt x="189" y="820"/>
                    <a:pt x="410" y="820"/>
                  </a:cubicBezTo>
                  <a:lnTo>
                    <a:pt x="1218" y="820"/>
                  </a:lnTo>
                  <a:cubicBezTo>
                    <a:pt x="1440" y="820"/>
                    <a:pt x="1625" y="632"/>
                    <a:pt x="1625" y="410"/>
                  </a:cubicBezTo>
                  <a:cubicBezTo>
                    <a:pt x="1625" y="189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4303763" y="3284525"/>
              <a:ext cx="40625" cy="30275"/>
            </a:xfrm>
            <a:custGeom>
              <a:avLst/>
              <a:gdLst/>
              <a:ahLst/>
              <a:cxnLst/>
              <a:rect l="l" t="t" r="r" b="b"/>
              <a:pathLst>
                <a:path w="1625" h="1211" extrusionOk="0">
                  <a:moveTo>
                    <a:pt x="1156" y="0"/>
                  </a:moveTo>
                  <a:cubicBezTo>
                    <a:pt x="1089" y="0"/>
                    <a:pt x="1020" y="16"/>
                    <a:pt x="957" y="50"/>
                  </a:cubicBezTo>
                  <a:lnTo>
                    <a:pt x="256" y="457"/>
                  </a:lnTo>
                  <a:cubicBezTo>
                    <a:pt x="70" y="575"/>
                    <a:pt x="0" y="822"/>
                    <a:pt x="115" y="1007"/>
                  </a:cubicBezTo>
                  <a:cubicBezTo>
                    <a:pt x="187" y="1140"/>
                    <a:pt x="320" y="1211"/>
                    <a:pt x="460" y="1211"/>
                  </a:cubicBezTo>
                  <a:cubicBezTo>
                    <a:pt x="529" y="1211"/>
                    <a:pt x="599" y="1193"/>
                    <a:pt x="665" y="1158"/>
                  </a:cubicBezTo>
                  <a:lnTo>
                    <a:pt x="1366" y="751"/>
                  </a:lnTo>
                  <a:cubicBezTo>
                    <a:pt x="1554" y="645"/>
                    <a:pt x="1625" y="401"/>
                    <a:pt x="1518" y="202"/>
                  </a:cubicBezTo>
                  <a:cubicBezTo>
                    <a:pt x="1440" y="74"/>
                    <a:pt x="1300" y="0"/>
                    <a:pt x="1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4303763" y="34092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0" y="0"/>
                  </a:moveTo>
                  <a:cubicBezTo>
                    <a:pt x="320" y="0"/>
                    <a:pt x="187" y="71"/>
                    <a:pt x="115" y="204"/>
                  </a:cubicBezTo>
                  <a:cubicBezTo>
                    <a:pt x="0" y="392"/>
                    <a:pt x="70" y="636"/>
                    <a:pt x="256" y="754"/>
                  </a:cubicBezTo>
                  <a:lnTo>
                    <a:pt x="957" y="1164"/>
                  </a:lnTo>
                  <a:cubicBezTo>
                    <a:pt x="1022" y="1198"/>
                    <a:pt x="1092" y="1214"/>
                    <a:pt x="1161" y="1214"/>
                  </a:cubicBezTo>
                  <a:cubicBezTo>
                    <a:pt x="1303" y="1214"/>
                    <a:pt x="1440" y="1144"/>
                    <a:pt x="1518" y="1009"/>
                  </a:cubicBezTo>
                  <a:cubicBezTo>
                    <a:pt x="1625" y="813"/>
                    <a:pt x="1554" y="566"/>
                    <a:pt x="1366" y="462"/>
                  </a:cubicBezTo>
                  <a:lnTo>
                    <a:pt x="665" y="53"/>
                  </a:lnTo>
                  <a:cubicBezTo>
                    <a:pt x="599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4007438" y="3351750"/>
              <a:ext cx="40350" cy="20525"/>
            </a:xfrm>
            <a:custGeom>
              <a:avLst/>
              <a:gdLst/>
              <a:ahLst/>
              <a:cxnLst/>
              <a:rect l="l" t="t" r="r" b="b"/>
              <a:pathLst>
                <a:path w="1614" h="821" extrusionOk="0">
                  <a:moveTo>
                    <a:pt x="396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6" y="820"/>
                  </a:cubicBezTo>
                  <a:lnTo>
                    <a:pt x="1204" y="820"/>
                  </a:lnTo>
                  <a:cubicBezTo>
                    <a:pt x="1426" y="820"/>
                    <a:pt x="1614" y="632"/>
                    <a:pt x="1614" y="410"/>
                  </a:cubicBezTo>
                  <a:cubicBezTo>
                    <a:pt x="1614" y="189"/>
                    <a:pt x="1426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4015288" y="3284525"/>
              <a:ext cx="40650" cy="30275"/>
            </a:xfrm>
            <a:custGeom>
              <a:avLst/>
              <a:gdLst/>
              <a:ahLst/>
              <a:cxnLst/>
              <a:rect l="l" t="t" r="r" b="b"/>
              <a:pathLst>
                <a:path w="1626" h="1211" extrusionOk="0">
                  <a:moveTo>
                    <a:pt x="470" y="0"/>
                  </a:moveTo>
                  <a:cubicBezTo>
                    <a:pt x="327" y="0"/>
                    <a:pt x="190" y="74"/>
                    <a:pt x="119" y="202"/>
                  </a:cubicBezTo>
                  <a:cubicBezTo>
                    <a:pt x="1" y="401"/>
                    <a:pt x="71" y="645"/>
                    <a:pt x="259" y="751"/>
                  </a:cubicBezTo>
                  <a:lnTo>
                    <a:pt x="960" y="1158"/>
                  </a:lnTo>
                  <a:cubicBezTo>
                    <a:pt x="1026" y="1193"/>
                    <a:pt x="1097" y="1211"/>
                    <a:pt x="1166" y="1211"/>
                  </a:cubicBezTo>
                  <a:cubicBezTo>
                    <a:pt x="1306" y="1211"/>
                    <a:pt x="1439" y="1140"/>
                    <a:pt x="1510" y="1007"/>
                  </a:cubicBezTo>
                  <a:cubicBezTo>
                    <a:pt x="1625" y="822"/>
                    <a:pt x="1555" y="575"/>
                    <a:pt x="1370" y="457"/>
                  </a:cubicBezTo>
                  <a:lnTo>
                    <a:pt x="669" y="50"/>
                  </a:lnTo>
                  <a:cubicBezTo>
                    <a:pt x="605" y="16"/>
                    <a:pt x="537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4015288" y="3409225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1166" y="0"/>
                  </a:moveTo>
                  <a:cubicBezTo>
                    <a:pt x="1097" y="0"/>
                    <a:pt x="1026" y="18"/>
                    <a:pt x="960" y="53"/>
                  </a:cubicBezTo>
                  <a:lnTo>
                    <a:pt x="259" y="462"/>
                  </a:lnTo>
                  <a:cubicBezTo>
                    <a:pt x="71" y="566"/>
                    <a:pt x="1" y="813"/>
                    <a:pt x="119" y="1009"/>
                  </a:cubicBezTo>
                  <a:cubicBezTo>
                    <a:pt x="189" y="1144"/>
                    <a:pt x="324" y="1214"/>
                    <a:pt x="465" y="1214"/>
                  </a:cubicBezTo>
                  <a:cubicBezTo>
                    <a:pt x="534" y="1214"/>
                    <a:pt x="604" y="1198"/>
                    <a:pt x="669" y="1164"/>
                  </a:cubicBezTo>
                  <a:lnTo>
                    <a:pt x="1370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9" y="71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4061788" y="3243975"/>
              <a:ext cx="235825" cy="345150"/>
            </a:xfrm>
            <a:custGeom>
              <a:avLst/>
              <a:gdLst/>
              <a:ahLst/>
              <a:cxnLst/>
              <a:rect l="l" t="t" r="r" b="b"/>
              <a:pathLst>
                <a:path w="9433" h="13806" extrusionOk="0">
                  <a:moveTo>
                    <a:pt x="4722" y="2595"/>
                  </a:moveTo>
                  <a:lnTo>
                    <a:pt x="4815" y="2688"/>
                  </a:lnTo>
                  <a:cubicBezTo>
                    <a:pt x="5295" y="3167"/>
                    <a:pt x="5295" y="3939"/>
                    <a:pt x="4815" y="4407"/>
                  </a:cubicBezTo>
                  <a:lnTo>
                    <a:pt x="4722" y="4500"/>
                  </a:lnTo>
                  <a:lnTo>
                    <a:pt x="4630" y="4407"/>
                  </a:lnTo>
                  <a:cubicBezTo>
                    <a:pt x="4150" y="3939"/>
                    <a:pt x="4150" y="3167"/>
                    <a:pt x="4630" y="2688"/>
                  </a:cubicBezTo>
                  <a:lnTo>
                    <a:pt x="4722" y="2595"/>
                  </a:lnTo>
                  <a:close/>
                  <a:moveTo>
                    <a:pt x="3098" y="5936"/>
                  </a:moveTo>
                  <a:cubicBezTo>
                    <a:pt x="3763" y="5936"/>
                    <a:pt x="4313" y="6475"/>
                    <a:pt x="4313" y="7154"/>
                  </a:cubicBezTo>
                  <a:lnTo>
                    <a:pt x="4313" y="7283"/>
                  </a:lnTo>
                  <a:lnTo>
                    <a:pt x="4172" y="7283"/>
                  </a:lnTo>
                  <a:cubicBezTo>
                    <a:pt x="3508" y="7283"/>
                    <a:pt x="2969" y="6744"/>
                    <a:pt x="2969" y="6065"/>
                  </a:cubicBezTo>
                  <a:lnTo>
                    <a:pt x="2969" y="5936"/>
                  </a:lnTo>
                  <a:close/>
                  <a:moveTo>
                    <a:pt x="6464" y="5936"/>
                  </a:moveTo>
                  <a:lnTo>
                    <a:pt x="6464" y="6065"/>
                  </a:lnTo>
                  <a:cubicBezTo>
                    <a:pt x="6464" y="6744"/>
                    <a:pt x="5926" y="7283"/>
                    <a:pt x="5261" y="7283"/>
                  </a:cubicBezTo>
                  <a:lnTo>
                    <a:pt x="5121" y="7283"/>
                  </a:lnTo>
                  <a:lnTo>
                    <a:pt x="5121" y="7154"/>
                  </a:lnTo>
                  <a:cubicBezTo>
                    <a:pt x="5121" y="6475"/>
                    <a:pt x="5668" y="5936"/>
                    <a:pt x="6335" y="5936"/>
                  </a:cubicBez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5844"/>
                    <a:pt x="8148" y="6907"/>
                    <a:pt x="7306" y="7645"/>
                  </a:cubicBezTo>
                  <a:cubicBezTo>
                    <a:pt x="6708" y="8180"/>
                    <a:pt x="6324" y="8918"/>
                    <a:pt x="6229" y="9712"/>
                  </a:cubicBezTo>
                  <a:lnTo>
                    <a:pt x="5121" y="9712"/>
                  </a:lnTo>
                  <a:lnTo>
                    <a:pt x="5121" y="8088"/>
                  </a:lnTo>
                  <a:lnTo>
                    <a:pt x="5261" y="8088"/>
                  </a:lnTo>
                  <a:cubicBezTo>
                    <a:pt x="6369" y="8088"/>
                    <a:pt x="7281" y="7187"/>
                    <a:pt x="7281" y="6065"/>
                  </a:cubicBezTo>
                  <a:lnTo>
                    <a:pt x="7281" y="5529"/>
                  </a:lnTo>
                  <a:cubicBezTo>
                    <a:pt x="7281" y="5305"/>
                    <a:pt x="7096" y="5131"/>
                    <a:pt x="6874" y="5131"/>
                  </a:cubicBezTo>
                  <a:lnTo>
                    <a:pt x="6335" y="5131"/>
                  </a:lnTo>
                  <a:cubicBezTo>
                    <a:pt x="5878" y="5131"/>
                    <a:pt x="5457" y="5283"/>
                    <a:pt x="5121" y="5529"/>
                  </a:cubicBezTo>
                  <a:lnTo>
                    <a:pt x="5121" y="5249"/>
                  </a:lnTo>
                  <a:lnTo>
                    <a:pt x="5387" y="4980"/>
                  </a:lnTo>
                  <a:cubicBezTo>
                    <a:pt x="6173" y="4197"/>
                    <a:pt x="6173" y="2909"/>
                    <a:pt x="5387" y="2127"/>
                  </a:cubicBezTo>
                  <a:lnTo>
                    <a:pt x="5003" y="1742"/>
                  </a:lnTo>
                  <a:cubicBezTo>
                    <a:pt x="4921" y="1659"/>
                    <a:pt x="4819" y="1618"/>
                    <a:pt x="4717" y="1618"/>
                  </a:cubicBezTo>
                  <a:cubicBezTo>
                    <a:pt x="4614" y="1618"/>
                    <a:pt x="4512" y="1659"/>
                    <a:pt x="4430" y="1742"/>
                  </a:cubicBezTo>
                  <a:lnTo>
                    <a:pt x="4043" y="2127"/>
                  </a:lnTo>
                  <a:cubicBezTo>
                    <a:pt x="3261" y="2909"/>
                    <a:pt x="3261" y="4197"/>
                    <a:pt x="4043" y="4980"/>
                  </a:cubicBezTo>
                  <a:lnTo>
                    <a:pt x="4313" y="5249"/>
                  </a:lnTo>
                  <a:lnTo>
                    <a:pt x="4313" y="5529"/>
                  </a:lnTo>
                  <a:cubicBezTo>
                    <a:pt x="3973" y="5283"/>
                    <a:pt x="3552" y="5131"/>
                    <a:pt x="3098" y="5131"/>
                  </a:cubicBezTo>
                  <a:lnTo>
                    <a:pt x="2559" y="5131"/>
                  </a:lnTo>
                  <a:cubicBezTo>
                    <a:pt x="2338" y="5131"/>
                    <a:pt x="2150" y="5305"/>
                    <a:pt x="2150" y="5529"/>
                  </a:cubicBezTo>
                  <a:lnTo>
                    <a:pt x="2150" y="6065"/>
                  </a:lnTo>
                  <a:cubicBezTo>
                    <a:pt x="2150" y="7187"/>
                    <a:pt x="3061" y="8088"/>
                    <a:pt x="4172" y="8088"/>
                  </a:cubicBezTo>
                  <a:lnTo>
                    <a:pt x="4313" y="8088"/>
                  </a:lnTo>
                  <a:lnTo>
                    <a:pt x="4313" y="9712"/>
                  </a:lnTo>
                  <a:lnTo>
                    <a:pt x="3213" y="9712"/>
                  </a:lnTo>
                  <a:cubicBezTo>
                    <a:pt x="3109" y="8918"/>
                    <a:pt x="2722" y="8180"/>
                    <a:pt x="2127" y="7645"/>
                  </a:cubicBezTo>
                  <a:cubicBezTo>
                    <a:pt x="1286" y="6907"/>
                    <a:pt x="806" y="5844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6195" y="10520"/>
                  </a:moveTo>
                  <a:lnTo>
                    <a:pt x="6195" y="11244"/>
                  </a:lnTo>
                  <a:cubicBezTo>
                    <a:pt x="6195" y="11325"/>
                    <a:pt x="6136" y="11384"/>
                    <a:pt x="6066" y="11384"/>
                  </a:cubicBezTo>
                  <a:lnTo>
                    <a:pt x="3367" y="11384"/>
                  </a:lnTo>
                  <a:cubicBezTo>
                    <a:pt x="3297" y="11384"/>
                    <a:pt x="3238" y="11325"/>
                    <a:pt x="3238" y="11244"/>
                  </a:cubicBezTo>
                  <a:lnTo>
                    <a:pt x="3238" y="10520"/>
                  </a:lnTo>
                  <a:close/>
                  <a:moveTo>
                    <a:pt x="5656" y="12192"/>
                  </a:moveTo>
                  <a:lnTo>
                    <a:pt x="5656" y="12599"/>
                  </a:lnTo>
                  <a:cubicBezTo>
                    <a:pt x="5656" y="12823"/>
                    <a:pt x="5482" y="12997"/>
                    <a:pt x="5261" y="12997"/>
                  </a:cubicBezTo>
                  <a:lnTo>
                    <a:pt x="4172" y="12997"/>
                  </a:lnTo>
                  <a:cubicBezTo>
                    <a:pt x="3951" y="12997"/>
                    <a:pt x="3774" y="12823"/>
                    <a:pt x="3774" y="12599"/>
                  </a:cubicBezTo>
                  <a:lnTo>
                    <a:pt x="3774" y="12192"/>
                  </a:lnTo>
                  <a:close/>
                  <a:moveTo>
                    <a:pt x="4722" y="0"/>
                  </a:moveTo>
                  <a:cubicBezTo>
                    <a:pt x="2116" y="0"/>
                    <a:pt x="1" y="2115"/>
                    <a:pt x="1" y="4721"/>
                  </a:cubicBezTo>
                  <a:cubicBezTo>
                    <a:pt x="1" y="6065"/>
                    <a:pt x="573" y="7353"/>
                    <a:pt x="1589" y="8251"/>
                  </a:cubicBezTo>
                  <a:cubicBezTo>
                    <a:pt x="2116" y="8719"/>
                    <a:pt x="2419" y="9398"/>
                    <a:pt x="2419" y="10110"/>
                  </a:cubicBezTo>
                  <a:lnTo>
                    <a:pt x="2419" y="11244"/>
                  </a:lnTo>
                  <a:cubicBezTo>
                    <a:pt x="2419" y="11617"/>
                    <a:pt x="2641" y="11945"/>
                    <a:pt x="2969" y="12097"/>
                  </a:cubicBezTo>
                  <a:lnTo>
                    <a:pt x="2969" y="12599"/>
                  </a:lnTo>
                  <a:cubicBezTo>
                    <a:pt x="2969" y="13266"/>
                    <a:pt x="3508" y="13805"/>
                    <a:pt x="4172" y="13805"/>
                  </a:cubicBezTo>
                  <a:lnTo>
                    <a:pt x="5261" y="13805"/>
                  </a:lnTo>
                  <a:cubicBezTo>
                    <a:pt x="5926" y="13805"/>
                    <a:pt x="6464" y="13266"/>
                    <a:pt x="6464" y="12599"/>
                  </a:cubicBezTo>
                  <a:lnTo>
                    <a:pt x="6464" y="12097"/>
                  </a:lnTo>
                  <a:cubicBezTo>
                    <a:pt x="6790" y="11945"/>
                    <a:pt x="7014" y="11617"/>
                    <a:pt x="7014" y="11244"/>
                  </a:cubicBezTo>
                  <a:lnTo>
                    <a:pt x="7014" y="10110"/>
                  </a:lnTo>
                  <a:cubicBezTo>
                    <a:pt x="7014" y="9398"/>
                    <a:pt x="7317" y="8719"/>
                    <a:pt x="7842" y="8251"/>
                  </a:cubicBezTo>
                  <a:cubicBezTo>
                    <a:pt x="8860" y="7353"/>
                    <a:pt x="9432" y="6065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48" name="Google Shape;1148;p40"/>
          <p:cNvGrpSpPr/>
          <p:nvPr/>
        </p:nvGrpSpPr>
        <p:grpSpPr>
          <a:xfrm>
            <a:off x="7330138" y="1267750"/>
            <a:ext cx="345150" cy="344800"/>
            <a:chOff x="5512088" y="2681150"/>
            <a:chExt cx="345150" cy="344800"/>
          </a:xfrm>
        </p:grpSpPr>
        <p:sp>
          <p:nvSpPr>
            <p:cNvPr id="1149" name="Google Shape;1149;p40"/>
            <p:cNvSpPr/>
            <p:nvPr/>
          </p:nvSpPr>
          <p:spPr>
            <a:xfrm>
              <a:off x="5512088" y="2681150"/>
              <a:ext cx="345150" cy="344800"/>
            </a:xfrm>
            <a:custGeom>
              <a:avLst/>
              <a:gdLst/>
              <a:ahLst/>
              <a:cxnLst/>
              <a:rect l="l" t="t" r="r" b="b"/>
              <a:pathLst>
                <a:path w="13806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5782663" y="2748350"/>
              <a:ext cx="40350" cy="20200"/>
            </a:xfrm>
            <a:custGeom>
              <a:avLst/>
              <a:gdLst/>
              <a:ahLst/>
              <a:cxnLst/>
              <a:rect l="l" t="t" r="r" b="b"/>
              <a:pathLst>
                <a:path w="1614" h="808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5774438" y="2694450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5774438" y="2792200"/>
              <a:ext cx="40700" cy="30350"/>
            </a:xfrm>
            <a:custGeom>
              <a:avLst/>
              <a:gdLst/>
              <a:ahLst/>
              <a:cxnLst/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5546513" y="2748350"/>
              <a:ext cx="40700" cy="20200"/>
            </a:xfrm>
            <a:custGeom>
              <a:avLst/>
              <a:gdLst/>
              <a:ahLst/>
              <a:cxnLst/>
              <a:rect l="l" t="t" r="r" b="b"/>
              <a:pathLst>
                <a:path w="1628" h="808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5554713" y="2694450"/>
              <a:ext cx="40650" cy="30375"/>
            </a:xfrm>
            <a:custGeom>
              <a:avLst/>
              <a:gdLst/>
              <a:ahLst/>
              <a:cxnLst/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5554713" y="2792200"/>
              <a:ext cx="40650" cy="30350"/>
            </a:xfrm>
            <a:custGeom>
              <a:avLst/>
              <a:gdLst/>
              <a:ahLst/>
              <a:cxnLst/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156" name="Google Shape;1156;p40"/>
          <p:cNvSpPr/>
          <p:nvPr/>
        </p:nvSpPr>
        <p:spPr>
          <a:xfrm>
            <a:off x="5366225" y="1267750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57" name="Google Shape;1157;p40"/>
          <p:cNvSpPr/>
          <p:nvPr/>
        </p:nvSpPr>
        <p:spPr>
          <a:xfrm>
            <a:off x="1438450" y="1267700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158" name="Google Shape;1158;p40"/>
          <p:cNvGrpSpPr/>
          <p:nvPr/>
        </p:nvGrpSpPr>
        <p:grpSpPr>
          <a:xfrm>
            <a:off x="3401588" y="1267700"/>
            <a:ext cx="346550" cy="344900"/>
            <a:chOff x="3239763" y="2681150"/>
            <a:chExt cx="346550" cy="344900"/>
          </a:xfrm>
        </p:grpSpPr>
        <p:sp>
          <p:nvSpPr>
            <p:cNvPr id="1159" name="Google Shape;1159;p40"/>
            <p:cNvSpPr/>
            <p:nvPr/>
          </p:nvSpPr>
          <p:spPr>
            <a:xfrm>
              <a:off x="3344688" y="2763625"/>
              <a:ext cx="136775" cy="43900"/>
            </a:xfrm>
            <a:custGeom>
              <a:avLst/>
              <a:gdLst/>
              <a:ahLst/>
              <a:cxnLst/>
              <a:rect l="l" t="t" r="r" b="b"/>
              <a:pathLst>
                <a:path w="5471" h="1756" extrusionOk="0">
                  <a:moveTo>
                    <a:pt x="2738" y="1"/>
                  </a:moveTo>
                  <a:cubicBezTo>
                    <a:pt x="1808" y="1"/>
                    <a:pt x="876" y="354"/>
                    <a:pt x="163" y="1061"/>
                  </a:cubicBezTo>
                  <a:cubicBezTo>
                    <a:pt x="0" y="1224"/>
                    <a:pt x="0" y="1482"/>
                    <a:pt x="163" y="1633"/>
                  </a:cubicBezTo>
                  <a:cubicBezTo>
                    <a:pt x="245" y="1715"/>
                    <a:pt x="347" y="1755"/>
                    <a:pt x="449" y="1755"/>
                  </a:cubicBezTo>
                  <a:cubicBezTo>
                    <a:pt x="552" y="1755"/>
                    <a:pt x="654" y="1715"/>
                    <a:pt x="735" y="1633"/>
                  </a:cubicBezTo>
                  <a:cubicBezTo>
                    <a:pt x="1291" y="1083"/>
                    <a:pt x="2015" y="809"/>
                    <a:pt x="2738" y="809"/>
                  </a:cubicBezTo>
                  <a:cubicBezTo>
                    <a:pt x="3462" y="809"/>
                    <a:pt x="4183" y="1083"/>
                    <a:pt x="4733" y="1633"/>
                  </a:cubicBezTo>
                  <a:cubicBezTo>
                    <a:pt x="4814" y="1715"/>
                    <a:pt x="4920" y="1755"/>
                    <a:pt x="5023" y="1755"/>
                  </a:cubicBezTo>
                  <a:cubicBezTo>
                    <a:pt x="5127" y="1755"/>
                    <a:pt x="5230" y="1715"/>
                    <a:pt x="5305" y="1633"/>
                  </a:cubicBezTo>
                  <a:cubicBezTo>
                    <a:pt x="5471" y="1482"/>
                    <a:pt x="5471" y="1224"/>
                    <a:pt x="5305" y="1061"/>
                  </a:cubicBezTo>
                  <a:cubicBezTo>
                    <a:pt x="4598" y="354"/>
                    <a:pt x="3669" y="1"/>
                    <a:pt x="27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3373313" y="2804075"/>
              <a:ext cx="79475" cy="32100"/>
            </a:xfrm>
            <a:custGeom>
              <a:avLst/>
              <a:gdLst/>
              <a:ahLst/>
              <a:cxnLst/>
              <a:rect l="l" t="t" r="r" b="b"/>
              <a:pathLst>
                <a:path w="3179" h="1284" extrusionOk="0">
                  <a:moveTo>
                    <a:pt x="1591" y="1"/>
                  </a:moveTo>
                  <a:cubicBezTo>
                    <a:pt x="1072" y="1"/>
                    <a:pt x="554" y="196"/>
                    <a:pt x="163" y="588"/>
                  </a:cubicBezTo>
                  <a:cubicBezTo>
                    <a:pt x="0" y="753"/>
                    <a:pt x="0" y="997"/>
                    <a:pt x="163" y="1160"/>
                  </a:cubicBezTo>
                  <a:cubicBezTo>
                    <a:pt x="238" y="1243"/>
                    <a:pt x="341" y="1284"/>
                    <a:pt x="445" y="1284"/>
                  </a:cubicBezTo>
                  <a:cubicBezTo>
                    <a:pt x="548" y="1284"/>
                    <a:pt x="654" y="1243"/>
                    <a:pt x="735" y="1160"/>
                  </a:cubicBezTo>
                  <a:cubicBezTo>
                    <a:pt x="969" y="927"/>
                    <a:pt x="1279" y="811"/>
                    <a:pt x="1591" y="811"/>
                  </a:cubicBezTo>
                  <a:cubicBezTo>
                    <a:pt x="1902" y="811"/>
                    <a:pt x="2215" y="927"/>
                    <a:pt x="2455" y="1160"/>
                  </a:cubicBezTo>
                  <a:cubicBezTo>
                    <a:pt x="2530" y="1243"/>
                    <a:pt x="2633" y="1284"/>
                    <a:pt x="2737" y="1284"/>
                  </a:cubicBezTo>
                  <a:cubicBezTo>
                    <a:pt x="2840" y="1284"/>
                    <a:pt x="2946" y="1243"/>
                    <a:pt x="3027" y="1160"/>
                  </a:cubicBezTo>
                  <a:cubicBezTo>
                    <a:pt x="3178" y="997"/>
                    <a:pt x="3178" y="753"/>
                    <a:pt x="3027" y="588"/>
                  </a:cubicBezTo>
                  <a:cubicBezTo>
                    <a:pt x="2630" y="196"/>
                    <a:pt x="2110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3403113" y="2844500"/>
              <a:ext cx="20150" cy="20150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399" y="0"/>
                  </a:moveTo>
                  <a:cubicBezTo>
                    <a:pt x="174" y="0"/>
                    <a:pt x="0" y="174"/>
                    <a:pt x="0" y="398"/>
                  </a:cubicBezTo>
                  <a:cubicBezTo>
                    <a:pt x="0" y="631"/>
                    <a:pt x="174" y="805"/>
                    <a:pt x="399" y="805"/>
                  </a:cubicBezTo>
                  <a:cubicBezTo>
                    <a:pt x="620" y="805"/>
                    <a:pt x="805" y="631"/>
                    <a:pt x="805" y="398"/>
                  </a:cubicBezTo>
                  <a:cubicBezTo>
                    <a:pt x="805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3239763" y="2681150"/>
              <a:ext cx="346550" cy="344900"/>
            </a:xfrm>
            <a:custGeom>
              <a:avLst/>
              <a:gdLst/>
              <a:ahLst/>
              <a:cxnLst/>
              <a:rect l="l" t="t" r="r" b="b"/>
              <a:pathLst>
                <a:path w="13862" h="13796" extrusionOk="0">
                  <a:moveTo>
                    <a:pt x="6394" y="806"/>
                  </a:moveTo>
                  <a:cubicBezTo>
                    <a:pt x="7143" y="806"/>
                    <a:pt x="7844" y="1041"/>
                    <a:pt x="8428" y="1485"/>
                  </a:cubicBezTo>
                  <a:cubicBezTo>
                    <a:pt x="8240" y="1602"/>
                    <a:pt x="8066" y="1743"/>
                    <a:pt x="7900" y="1905"/>
                  </a:cubicBezTo>
                  <a:cubicBezTo>
                    <a:pt x="7738" y="2057"/>
                    <a:pt x="7738" y="2315"/>
                    <a:pt x="7900" y="2478"/>
                  </a:cubicBezTo>
                  <a:cubicBezTo>
                    <a:pt x="7978" y="2553"/>
                    <a:pt x="8080" y="2591"/>
                    <a:pt x="8184" y="2591"/>
                  </a:cubicBezTo>
                  <a:cubicBezTo>
                    <a:pt x="8288" y="2591"/>
                    <a:pt x="8393" y="2553"/>
                    <a:pt x="8476" y="2478"/>
                  </a:cubicBezTo>
                  <a:cubicBezTo>
                    <a:pt x="8697" y="2245"/>
                    <a:pt x="8989" y="2079"/>
                    <a:pt x="9269" y="1987"/>
                  </a:cubicBezTo>
                  <a:cubicBezTo>
                    <a:pt x="9480" y="1917"/>
                    <a:pt x="9694" y="1883"/>
                    <a:pt x="9906" y="1883"/>
                  </a:cubicBezTo>
                  <a:cubicBezTo>
                    <a:pt x="10434" y="1883"/>
                    <a:pt x="10943" y="2093"/>
                    <a:pt x="11326" y="2478"/>
                  </a:cubicBezTo>
                  <a:cubicBezTo>
                    <a:pt x="11817" y="2969"/>
                    <a:pt x="12016" y="3659"/>
                    <a:pt x="11876" y="4338"/>
                  </a:cubicBezTo>
                  <a:cubicBezTo>
                    <a:pt x="11794" y="4699"/>
                    <a:pt x="11606" y="5061"/>
                    <a:pt x="11326" y="5331"/>
                  </a:cubicBezTo>
                  <a:cubicBezTo>
                    <a:pt x="11174" y="5493"/>
                    <a:pt x="11174" y="5751"/>
                    <a:pt x="11326" y="5903"/>
                  </a:cubicBezTo>
                  <a:cubicBezTo>
                    <a:pt x="11407" y="5984"/>
                    <a:pt x="11514" y="6021"/>
                    <a:pt x="11618" y="6021"/>
                  </a:cubicBezTo>
                  <a:cubicBezTo>
                    <a:pt x="11724" y="6021"/>
                    <a:pt x="11817" y="5984"/>
                    <a:pt x="11898" y="5903"/>
                  </a:cubicBezTo>
                  <a:cubicBezTo>
                    <a:pt x="12145" y="5656"/>
                    <a:pt x="12344" y="5376"/>
                    <a:pt x="12473" y="5084"/>
                  </a:cubicBezTo>
                  <a:cubicBezTo>
                    <a:pt x="12810" y="5401"/>
                    <a:pt x="12998" y="5855"/>
                    <a:pt x="12998" y="6335"/>
                  </a:cubicBezTo>
                  <a:cubicBezTo>
                    <a:pt x="12998" y="7294"/>
                    <a:pt x="12215" y="8077"/>
                    <a:pt x="11244" y="8077"/>
                  </a:cubicBezTo>
                  <a:lnTo>
                    <a:pt x="2618" y="8077"/>
                  </a:lnTo>
                  <a:cubicBezTo>
                    <a:pt x="1647" y="8077"/>
                    <a:pt x="865" y="7294"/>
                    <a:pt x="865" y="6335"/>
                  </a:cubicBezTo>
                  <a:cubicBezTo>
                    <a:pt x="865" y="5493"/>
                    <a:pt x="1462" y="4792"/>
                    <a:pt x="2245" y="4618"/>
                  </a:cubicBezTo>
                  <a:cubicBezTo>
                    <a:pt x="2279" y="5002"/>
                    <a:pt x="2374" y="5364"/>
                    <a:pt x="2514" y="5726"/>
                  </a:cubicBezTo>
                  <a:cubicBezTo>
                    <a:pt x="2576" y="5886"/>
                    <a:pt x="2725" y="5979"/>
                    <a:pt x="2886" y="5979"/>
                  </a:cubicBezTo>
                  <a:cubicBezTo>
                    <a:pt x="2936" y="5979"/>
                    <a:pt x="2988" y="5970"/>
                    <a:pt x="3039" y="5951"/>
                  </a:cubicBezTo>
                  <a:cubicBezTo>
                    <a:pt x="3249" y="5866"/>
                    <a:pt x="3342" y="5634"/>
                    <a:pt x="3260" y="5423"/>
                  </a:cubicBezTo>
                  <a:cubicBezTo>
                    <a:pt x="3109" y="5025"/>
                    <a:pt x="3028" y="4604"/>
                    <a:pt x="3028" y="4172"/>
                  </a:cubicBezTo>
                  <a:cubicBezTo>
                    <a:pt x="3028" y="2315"/>
                    <a:pt x="4534" y="806"/>
                    <a:pt x="6394" y="806"/>
                  </a:cubicBezTo>
                  <a:close/>
                  <a:moveTo>
                    <a:pt x="2618" y="12178"/>
                  </a:moveTo>
                  <a:cubicBezTo>
                    <a:pt x="2840" y="12178"/>
                    <a:pt x="3028" y="12366"/>
                    <a:pt x="3028" y="12588"/>
                  </a:cubicBezTo>
                  <a:cubicBezTo>
                    <a:pt x="3028" y="12810"/>
                    <a:pt x="2840" y="12986"/>
                    <a:pt x="2618" y="12986"/>
                  </a:cubicBezTo>
                  <a:cubicBezTo>
                    <a:pt x="2396" y="12986"/>
                    <a:pt x="2220" y="12810"/>
                    <a:pt x="2220" y="12588"/>
                  </a:cubicBezTo>
                  <a:cubicBezTo>
                    <a:pt x="2220" y="12366"/>
                    <a:pt x="2396" y="12178"/>
                    <a:pt x="2618" y="12178"/>
                  </a:cubicBezTo>
                  <a:close/>
                  <a:moveTo>
                    <a:pt x="6933" y="12178"/>
                  </a:moveTo>
                  <a:cubicBezTo>
                    <a:pt x="7154" y="12178"/>
                    <a:pt x="7339" y="12366"/>
                    <a:pt x="7339" y="12588"/>
                  </a:cubicBezTo>
                  <a:cubicBezTo>
                    <a:pt x="7339" y="12810"/>
                    <a:pt x="7154" y="12986"/>
                    <a:pt x="6933" y="12986"/>
                  </a:cubicBezTo>
                  <a:cubicBezTo>
                    <a:pt x="6708" y="12986"/>
                    <a:pt x="6534" y="12810"/>
                    <a:pt x="6534" y="12588"/>
                  </a:cubicBezTo>
                  <a:cubicBezTo>
                    <a:pt x="6534" y="12366"/>
                    <a:pt x="6708" y="12178"/>
                    <a:pt x="6933" y="12178"/>
                  </a:cubicBezTo>
                  <a:close/>
                  <a:moveTo>
                    <a:pt x="11244" y="12178"/>
                  </a:moveTo>
                  <a:cubicBezTo>
                    <a:pt x="11466" y="12178"/>
                    <a:pt x="11654" y="12366"/>
                    <a:pt x="11654" y="12588"/>
                  </a:cubicBezTo>
                  <a:cubicBezTo>
                    <a:pt x="11654" y="12810"/>
                    <a:pt x="11466" y="12986"/>
                    <a:pt x="11244" y="12986"/>
                  </a:cubicBezTo>
                  <a:cubicBezTo>
                    <a:pt x="11023" y="12986"/>
                    <a:pt x="10846" y="12810"/>
                    <a:pt x="10846" y="12588"/>
                  </a:cubicBezTo>
                  <a:cubicBezTo>
                    <a:pt x="10846" y="12366"/>
                    <a:pt x="11023" y="12178"/>
                    <a:pt x="11244" y="12178"/>
                  </a:cubicBezTo>
                  <a:close/>
                  <a:moveTo>
                    <a:pt x="6383" y="1"/>
                  </a:moveTo>
                  <a:cubicBezTo>
                    <a:pt x="4220" y="1"/>
                    <a:pt x="2430" y="1647"/>
                    <a:pt x="2234" y="3762"/>
                  </a:cubicBezTo>
                  <a:lnTo>
                    <a:pt x="2208" y="3762"/>
                  </a:lnTo>
                  <a:lnTo>
                    <a:pt x="2208" y="3799"/>
                  </a:lnTo>
                  <a:cubicBezTo>
                    <a:pt x="957" y="3998"/>
                    <a:pt x="1" y="5120"/>
                    <a:pt x="60" y="6442"/>
                  </a:cubicBezTo>
                  <a:cubicBezTo>
                    <a:pt x="104" y="7785"/>
                    <a:pt x="1297" y="8896"/>
                    <a:pt x="2641" y="8896"/>
                  </a:cubicBezTo>
                  <a:lnTo>
                    <a:pt x="4091" y="8896"/>
                  </a:lnTo>
                  <a:lnTo>
                    <a:pt x="4091" y="11034"/>
                  </a:lnTo>
                  <a:lnTo>
                    <a:pt x="3308" y="11595"/>
                  </a:lnTo>
                  <a:cubicBezTo>
                    <a:pt x="3109" y="11459"/>
                    <a:pt x="2871" y="11370"/>
                    <a:pt x="2612" y="11370"/>
                  </a:cubicBezTo>
                  <a:cubicBezTo>
                    <a:pt x="2584" y="11370"/>
                    <a:pt x="2555" y="11371"/>
                    <a:pt x="2525" y="11373"/>
                  </a:cubicBezTo>
                  <a:cubicBezTo>
                    <a:pt x="1917" y="11421"/>
                    <a:pt x="1426" y="11923"/>
                    <a:pt x="1403" y="12543"/>
                  </a:cubicBezTo>
                  <a:cubicBezTo>
                    <a:pt x="1378" y="13230"/>
                    <a:pt x="1928" y="13791"/>
                    <a:pt x="2618" y="13791"/>
                  </a:cubicBezTo>
                  <a:cubicBezTo>
                    <a:pt x="3286" y="13791"/>
                    <a:pt x="3822" y="13256"/>
                    <a:pt x="3822" y="12588"/>
                  </a:cubicBezTo>
                  <a:cubicBezTo>
                    <a:pt x="3822" y="12473"/>
                    <a:pt x="3810" y="12355"/>
                    <a:pt x="3777" y="12249"/>
                  </a:cubicBezTo>
                  <a:lnTo>
                    <a:pt x="4733" y="11572"/>
                  </a:lnTo>
                  <a:cubicBezTo>
                    <a:pt x="4840" y="11491"/>
                    <a:pt x="4910" y="11373"/>
                    <a:pt x="4910" y="11233"/>
                  </a:cubicBezTo>
                  <a:lnTo>
                    <a:pt x="4910" y="8896"/>
                  </a:lnTo>
                  <a:lnTo>
                    <a:pt x="6523" y="8896"/>
                  </a:lnTo>
                  <a:lnTo>
                    <a:pt x="6523" y="11443"/>
                  </a:lnTo>
                  <a:cubicBezTo>
                    <a:pt x="6032" y="11617"/>
                    <a:pt x="5681" y="12097"/>
                    <a:pt x="5715" y="12658"/>
                  </a:cubicBezTo>
                  <a:cubicBezTo>
                    <a:pt x="5752" y="13278"/>
                    <a:pt x="6254" y="13769"/>
                    <a:pt x="6874" y="13791"/>
                  </a:cubicBezTo>
                  <a:cubicBezTo>
                    <a:pt x="6895" y="13793"/>
                    <a:pt x="6917" y="13793"/>
                    <a:pt x="6938" y="13793"/>
                  </a:cubicBezTo>
                  <a:cubicBezTo>
                    <a:pt x="7609" y="13793"/>
                    <a:pt x="8136" y="13246"/>
                    <a:pt x="8136" y="12588"/>
                  </a:cubicBezTo>
                  <a:cubicBezTo>
                    <a:pt x="8136" y="12063"/>
                    <a:pt x="7797" y="11606"/>
                    <a:pt x="7328" y="11443"/>
                  </a:cubicBezTo>
                  <a:lnTo>
                    <a:pt x="7328" y="8896"/>
                  </a:lnTo>
                  <a:lnTo>
                    <a:pt x="8952" y="8896"/>
                  </a:lnTo>
                  <a:lnTo>
                    <a:pt x="8952" y="11233"/>
                  </a:lnTo>
                  <a:cubicBezTo>
                    <a:pt x="8952" y="11373"/>
                    <a:pt x="9011" y="11491"/>
                    <a:pt x="9118" y="11572"/>
                  </a:cubicBezTo>
                  <a:lnTo>
                    <a:pt x="10075" y="12249"/>
                  </a:lnTo>
                  <a:cubicBezTo>
                    <a:pt x="10041" y="12355"/>
                    <a:pt x="10030" y="12473"/>
                    <a:pt x="10030" y="12588"/>
                  </a:cubicBezTo>
                  <a:cubicBezTo>
                    <a:pt x="10030" y="13255"/>
                    <a:pt x="10568" y="13796"/>
                    <a:pt x="11234" y="13796"/>
                  </a:cubicBezTo>
                  <a:cubicBezTo>
                    <a:pt x="11268" y="13796"/>
                    <a:pt x="11303" y="13794"/>
                    <a:pt x="11337" y="13791"/>
                  </a:cubicBezTo>
                  <a:cubicBezTo>
                    <a:pt x="11923" y="13747"/>
                    <a:pt x="12403" y="13267"/>
                    <a:pt x="12448" y="12683"/>
                  </a:cubicBezTo>
                  <a:cubicBezTo>
                    <a:pt x="12507" y="11968"/>
                    <a:pt x="11946" y="11373"/>
                    <a:pt x="11244" y="11373"/>
                  </a:cubicBezTo>
                  <a:cubicBezTo>
                    <a:pt x="10986" y="11373"/>
                    <a:pt x="10742" y="11455"/>
                    <a:pt x="10543" y="11595"/>
                  </a:cubicBezTo>
                  <a:lnTo>
                    <a:pt x="9760" y="11034"/>
                  </a:lnTo>
                  <a:lnTo>
                    <a:pt x="9760" y="8896"/>
                  </a:lnTo>
                  <a:lnTo>
                    <a:pt x="11211" y="8896"/>
                  </a:lnTo>
                  <a:cubicBezTo>
                    <a:pt x="12529" y="8896"/>
                    <a:pt x="13710" y="7819"/>
                    <a:pt x="13792" y="6498"/>
                  </a:cubicBezTo>
                  <a:cubicBezTo>
                    <a:pt x="13862" y="5600"/>
                    <a:pt x="13430" y="4733"/>
                    <a:pt x="12706" y="4231"/>
                  </a:cubicBezTo>
                  <a:cubicBezTo>
                    <a:pt x="12799" y="3367"/>
                    <a:pt x="12507" y="2514"/>
                    <a:pt x="11898" y="1905"/>
                  </a:cubicBezTo>
                  <a:cubicBezTo>
                    <a:pt x="11354" y="1362"/>
                    <a:pt x="10635" y="1071"/>
                    <a:pt x="9899" y="1071"/>
                  </a:cubicBezTo>
                  <a:cubicBezTo>
                    <a:pt x="9686" y="1071"/>
                    <a:pt x="9471" y="1095"/>
                    <a:pt x="9258" y="1145"/>
                  </a:cubicBezTo>
                  <a:cubicBezTo>
                    <a:pt x="8487" y="396"/>
                    <a:pt x="7468" y="1"/>
                    <a:pt x="6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3471488" y="2730800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64" name="Google Shape;1164;p40"/>
          <p:cNvGrpSpPr/>
          <p:nvPr/>
        </p:nvGrpSpPr>
        <p:grpSpPr>
          <a:xfrm>
            <a:off x="7328938" y="3127300"/>
            <a:ext cx="345425" cy="345150"/>
            <a:chOff x="1735413" y="3243975"/>
            <a:chExt cx="345425" cy="345150"/>
          </a:xfrm>
        </p:grpSpPr>
        <p:sp>
          <p:nvSpPr>
            <p:cNvPr id="1165" name="Google Shape;1165;p40"/>
            <p:cNvSpPr/>
            <p:nvPr/>
          </p:nvSpPr>
          <p:spPr>
            <a:xfrm>
              <a:off x="1735413" y="3299150"/>
              <a:ext cx="236100" cy="289975"/>
            </a:xfrm>
            <a:custGeom>
              <a:avLst/>
              <a:gdLst/>
              <a:ahLst/>
              <a:cxnLst/>
              <a:rect l="l" t="t" r="r" b="b"/>
              <a:pathLst>
                <a:path w="9444" h="11599" extrusionOk="0">
                  <a:moveTo>
                    <a:pt x="4009" y="820"/>
                  </a:moveTo>
                  <a:cubicBezTo>
                    <a:pt x="4183" y="820"/>
                    <a:pt x="4360" y="890"/>
                    <a:pt x="4478" y="1019"/>
                  </a:cubicBezTo>
                  <a:lnTo>
                    <a:pt x="4980" y="1510"/>
                  </a:lnTo>
                  <a:cubicBezTo>
                    <a:pt x="5050" y="1580"/>
                    <a:pt x="5154" y="1625"/>
                    <a:pt x="5261" y="1625"/>
                  </a:cubicBezTo>
                  <a:lnTo>
                    <a:pt x="5530" y="1625"/>
                  </a:lnTo>
                  <a:cubicBezTo>
                    <a:pt x="5903" y="1625"/>
                    <a:pt x="6206" y="1931"/>
                    <a:pt x="6206" y="2304"/>
                  </a:cubicBezTo>
                  <a:lnTo>
                    <a:pt x="6206" y="2702"/>
                  </a:lnTo>
                  <a:lnTo>
                    <a:pt x="2828" y="2702"/>
                  </a:lnTo>
                  <a:cubicBezTo>
                    <a:pt x="2466" y="2702"/>
                    <a:pt x="2163" y="2397"/>
                    <a:pt x="2163" y="2024"/>
                  </a:cubicBezTo>
                  <a:lnTo>
                    <a:pt x="2163" y="1485"/>
                  </a:lnTo>
                  <a:cubicBezTo>
                    <a:pt x="2163" y="1123"/>
                    <a:pt x="2466" y="820"/>
                    <a:pt x="2828" y="820"/>
                  </a:cubicBezTo>
                  <a:close/>
                  <a:moveTo>
                    <a:pt x="6206" y="3508"/>
                  </a:moveTo>
                  <a:lnTo>
                    <a:pt x="6206" y="4992"/>
                  </a:lnTo>
                  <a:cubicBezTo>
                    <a:pt x="6206" y="5813"/>
                    <a:pt x="5538" y="6480"/>
                    <a:pt x="4713" y="6480"/>
                  </a:cubicBezTo>
                  <a:cubicBezTo>
                    <a:pt x="4692" y="6480"/>
                    <a:pt x="4672" y="6479"/>
                    <a:pt x="4652" y="6478"/>
                  </a:cubicBezTo>
                  <a:cubicBezTo>
                    <a:pt x="3858" y="6442"/>
                    <a:pt x="3238" y="5763"/>
                    <a:pt x="3238" y="4969"/>
                  </a:cubicBezTo>
                  <a:lnTo>
                    <a:pt x="3238" y="3508"/>
                  </a:lnTo>
                  <a:close/>
                  <a:moveTo>
                    <a:pt x="5202" y="7284"/>
                  </a:moveTo>
                  <a:lnTo>
                    <a:pt x="5061" y="8091"/>
                  </a:lnTo>
                  <a:lnTo>
                    <a:pt x="4394" y="8091"/>
                  </a:lnTo>
                  <a:lnTo>
                    <a:pt x="4267" y="7284"/>
                  </a:lnTo>
                  <a:close/>
                  <a:moveTo>
                    <a:pt x="3437" y="7284"/>
                  </a:moveTo>
                  <a:lnTo>
                    <a:pt x="3636" y="8512"/>
                  </a:lnTo>
                  <a:lnTo>
                    <a:pt x="3412" y="10790"/>
                  </a:lnTo>
                  <a:lnTo>
                    <a:pt x="806" y="10790"/>
                  </a:lnTo>
                  <a:lnTo>
                    <a:pt x="806" y="9575"/>
                  </a:lnTo>
                  <a:cubicBezTo>
                    <a:pt x="806" y="8313"/>
                    <a:pt x="1835" y="7284"/>
                    <a:pt x="3109" y="7284"/>
                  </a:cubicBezTo>
                  <a:close/>
                  <a:moveTo>
                    <a:pt x="5039" y="8908"/>
                  </a:moveTo>
                  <a:lnTo>
                    <a:pt x="5224" y="10790"/>
                  </a:lnTo>
                  <a:lnTo>
                    <a:pt x="4231" y="10790"/>
                  </a:lnTo>
                  <a:lnTo>
                    <a:pt x="4419" y="8908"/>
                  </a:lnTo>
                  <a:close/>
                  <a:moveTo>
                    <a:pt x="6335" y="7284"/>
                  </a:moveTo>
                  <a:cubicBezTo>
                    <a:pt x="7609" y="7284"/>
                    <a:pt x="8627" y="8313"/>
                    <a:pt x="8627" y="9575"/>
                  </a:cubicBezTo>
                  <a:lnTo>
                    <a:pt x="8627" y="10790"/>
                  </a:lnTo>
                  <a:lnTo>
                    <a:pt x="6032" y="10790"/>
                  </a:lnTo>
                  <a:lnTo>
                    <a:pt x="5796" y="8512"/>
                  </a:lnTo>
                  <a:lnTo>
                    <a:pt x="6007" y="7284"/>
                  </a:lnTo>
                  <a:close/>
                  <a:moveTo>
                    <a:pt x="2828" y="1"/>
                  </a:moveTo>
                  <a:cubicBezTo>
                    <a:pt x="2009" y="1"/>
                    <a:pt x="1356" y="669"/>
                    <a:pt x="1356" y="1485"/>
                  </a:cubicBezTo>
                  <a:lnTo>
                    <a:pt x="1356" y="2024"/>
                  </a:lnTo>
                  <a:cubicBezTo>
                    <a:pt x="1356" y="2702"/>
                    <a:pt x="1813" y="3275"/>
                    <a:pt x="2430" y="3463"/>
                  </a:cubicBezTo>
                  <a:lnTo>
                    <a:pt x="2430" y="4992"/>
                  </a:lnTo>
                  <a:cubicBezTo>
                    <a:pt x="2430" y="5567"/>
                    <a:pt x="2640" y="6080"/>
                    <a:pt x="2980" y="6478"/>
                  </a:cubicBezTo>
                  <a:cubicBezTo>
                    <a:pt x="1322" y="6549"/>
                    <a:pt x="1" y="7915"/>
                    <a:pt x="1" y="9575"/>
                  </a:cubicBezTo>
                  <a:lnTo>
                    <a:pt x="1" y="11200"/>
                  </a:lnTo>
                  <a:cubicBezTo>
                    <a:pt x="1" y="11421"/>
                    <a:pt x="186" y="11598"/>
                    <a:pt x="410" y="11598"/>
                  </a:cubicBezTo>
                  <a:lnTo>
                    <a:pt x="9037" y="11598"/>
                  </a:lnTo>
                  <a:cubicBezTo>
                    <a:pt x="9258" y="11598"/>
                    <a:pt x="9443" y="11421"/>
                    <a:pt x="9443" y="11200"/>
                  </a:cubicBezTo>
                  <a:lnTo>
                    <a:pt x="9443" y="9575"/>
                  </a:lnTo>
                  <a:cubicBezTo>
                    <a:pt x="9443" y="7915"/>
                    <a:pt x="8111" y="6549"/>
                    <a:pt x="6464" y="6478"/>
                  </a:cubicBezTo>
                  <a:cubicBezTo>
                    <a:pt x="6803" y="6080"/>
                    <a:pt x="7014" y="5567"/>
                    <a:pt x="7014" y="4992"/>
                  </a:cubicBezTo>
                  <a:lnTo>
                    <a:pt x="7014" y="2304"/>
                  </a:lnTo>
                  <a:cubicBezTo>
                    <a:pt x="7014" y="1474"/>
                    <a:pt x="6346" y="820"/>
                    <a:pt x="5530" y="820"/>
                  </a:cubicBezTo>
                  <a:lnTo>
                    <a:pt x="5423" y="820"/>
                  </a:lnTo>
                  <a:lnTo>
                    <a:pt x="5050" y="447"/>
                  </a:lnTo>
                  <a:cubicBezTo>
                    <a:pt x="4781" y="166"/>
                    <a:pt x="4394" y="1"/>
                    <a:pt x="4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1925338" y="3243975"/>
              <a:ext cx="155500" cy="208950"/>
            </a:xfrm>
            <a:custGeom>
              <a:avLst/>
              <a:gdLst/>
              <a:ahLst/>
              <a:cxnLst/>
              <a:rect l="l" t="t" r="r" b="b"/>
              <a:pathLst>
                <a:path w="6220" h="8358" extrusionOk="0">
                  <a:moveTo>
                    <a:pt x="3109" y="816"/>
                  </a:moveTo>
                  <a:cubicBezTo>
                    <a:pt x="4371" y="816"/>
                    <a:pt x="5401" y="1846"/>
                    <a:pt x="5401" y="3108"/>
                  </a:cubicBezTo>
                  <a:cubicBezTo>
                    <a:pt x="5401" y="3787"/>
                    <a:pt x="5098" y="4430"/>
                    <a:pt x="4570" y="4873"/>
                  </a:cubicBezTo>
                  <a:cubicBezTo>
                    <a:pt x="4220" y="5154"/>
                    <a:pt x="3998" y="5529"/>
                    <a:pt x="3917" y="5936"/>
                  </a:cubicBezTo>
                  <a:lnTo>
                    <a:pt x="3518" y="5936"/>
                  </a:lnTo>
                  <a:lnTo>
                    <a:pt x="3518" y="3810"/>
                  </a:lnTo>
                  <a:lnTo>
                    <a:pt x="4197" y="3131"/>
                  </a:lnTo>
                  <a:cubicBezTo>
                    <a:pt x="4349" y="2979"/>
                    <a:pt x="4360" y="2747"/>
                    <a:pt x="4231" y="2584"/>
                  </a:cubicBezTo>
                  <a:cubicBezTo>
                    <a:pt x="4150" y="2483"/>
                    <a:pt x="4032" y="2434"/>
                    <a:pt x="3915" y="2434"/>
                  </a:cubicBezTo>
                  <a:cubicBezTo>
                    <a:pt x="3813" y="2434"/>
                    <a:pt x="3712" y="2472"/>
                    <a:pt x="3636" y="2547"/>
                  </a:cubicBezTo>
                  <a:lnTo>
                    <a:pt x="3109" y="3075"/>
                  </a:lnTo>
                  <a:lnTo>
                    <a:pt x="2584" y="2547"/>
                  </a:lnTo>
                  <a:cubicBezTo>
                    <a:pt x="2508" y="2472"/>
                    <a:pt x="2407" y="2434"/>
                    <a:pt x="2305" y="2434"/>
                  </a:cubicBezTo>
                  <a:cubicBezTo>
                    <a:pt x="2187" y="2434"/>
                    <a:pt x="2069" y="2483"/>
                    <a:pt x="1987" y="2584"/>
                  </a:cubicBezTo>
                  <a:cubicBezTo>
                    <a:pt x="1860" y="2747"/>
                    <a:pt x="1872" y="2979"/>
                    <a:pt x="2023" y="3131"/>
                  </a:cubicBezTo>
                  <a:lnTo>
                    <a:pt x="2702" y="3810"/>
                  </a:lnTo>
                  <a:lnTo>
                    <a:pt x="2702" y="5936"/>
                  </a:lnTo>
                  <a:lnTo>
                    <a:pt x="2304" y="5936"/>
                  </a:lnTo>
                  <a:cubicBezTo>
                    <a:pt x="2222" y="5529"/>
                    <a:pt x="2001" y="5154"/>
                    <a:pt x="1650" y="4873"/>
                  </a:cubicBezTo>
                  <a:cubicBezTo>
                    <a:pt x="1123" y="4430"/>
                    <a:pt x="820" y="3787"/>
                    <a:pt x="820" y="3108"/>
                  </a:cubicBezTo>
                  <a:cubicBezTo>
                    <a:pt x="820" y="1846"/>
                    <a:pt x="1846" y="816"/>
                    <a:pt x="3109" y="816"/>
                  </a:cubicBezTo>
                  <a:close/>
                  <a:moveTo>
                    <a:pt x="3894" y="6744"/>
                  </a:moveTo>
                  <a:lnTo>
                    <a:pt x="3894" y="7423"/>
                  </a:lnTo>
                  <a:cubicBezTo>
                    <a:pt x="3894" y="7493"/>
                    <a:pt x="3835" y="7549"/>
                    <a:pt x="3754" y="7549"/>
                  </a:cubicBezTo>
                  <a:lnTo>
                    <a:pt x="2466" y="7549"/>
                  </a:lnTo>
                  <a:cubicBezTo>
                    <a:pt x="2385" y="7549"/>
                    <a:pt x="2326" y="7493"/>
                    <a:pt x="2326" y="7423"/>
                  </a:cubicBezTo>
                  <a:lnTo>
                    <a:pt x="2326" y="6744"/>
                  </a:lnTo>
                  <a:close/>
                  <a:moveTo>
                    <a:pt x="3109" y="0"/>
                  </a:moveTo>
                  <a:cubicBezTo>
                    <a:pt x="1392" y="0"/>
                    <a:pt x="0" y="1392"/>
                    <a:pt x="0" y="3108"/>
                  </a:cubicBezTo>
                  <a:cubicBezTo>
                    <a:pt x="0" y="4031"/>
                    <a:pt x="410" y="4909"/>
                    <a:pt x="1134" y="5493"/>
                  </a:cubicBezTo>
                  <a:cubicBezTo>
                    <a:pt x="1381" y="5703"/>
                    <a:pt x="1521" y="5973"/>
                    <a:pt x="1521" y="6264"/>
                  </a:cubicBezTo>
                  <a:lnTo>
                    <a:pt x="1521" y="7423"/>
                  </a:lnTo>
                  <a:cubicBezTo>
                    <a:pt x="1521" y="7936"/>
                    <a:pt x="1942" y="8357"/>
                    <a:pt x="2466" y="8357"/>
                  </a:cubicBezTo>
                  <a:lnTo>
                    <a:pt x="3754" y="8357"/>
                  </a:lnTo>
                  <a:cubicBezTo>
                    <a:pt x="4278" y="8357"/>
                    <a:pt x="4699" y="7936"/>
                    <a:pt x="4699" y="7423"/>
                  </a:cubicBezTo>
                  <a:lnTo>
                    <a:pt x="4699" y="6264"/>
                  </a:lnTo>
                  <a:cubicBezTo>
                    <a:pt x="4699" y="5973"/>
                    <a:pt x="4840" y="5703"/>
                    <a:pt x="5086" y="5493"/>
                  </a:cubicBezTo>
                  <a:cubicBezTo>
                    <a:pt x="5810" y="4909"/>
                    <a:pt x="6220" y="4031"/>
                    <a:pt x="6220" y="3108"/>
                  </a:cubicBezTo>
                  <a:cubicBezTo>
                    <a:pt x="6220" y="1392"/>
                    <a:pt x="4828" y="0"/>
                    <a:pt x="3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cxnSp>
        <p:nvCxnSpPr>
          <p:cNvPr id="1167" name="Google Shape;1167;p40"/>
          <p:cNvCxnSpPr>
            <a:stCxn id="1100" idx="3"/>
            <a:endCxn id="1112" idx="1"/>
          </p:cNvCxnSpPr>
          <p:nvPr/>
        </p:nvCxnSpPr>
        <p:spPr>
          <a:xfrm flipH="1">
            <a:off x="1336675" y="1440150"/>
            <a:ext cx="6440400" cy="1859700"/>
          </a:xfrm>
          <a:prstGeom prst="bentConnector5">
            <a:avLst>
              <a:gd name="adj1" fmla="val -10143"/>
              <a:gd name="adj2" fmla="val 72786"/>
              <a:gd name="adj3" fmla="val 10993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168" name="Google Shape;1168;p4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14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69" name="Google Shape;1169;p4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170" name="Google Shape;1170;p4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171" name="Google Shape;1171;p4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172" name="Google Shape;1172;p4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3" name="TextBox 117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RESULTS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8" name="Google Shape;1178;p41"/>
          <p:cNvCxnSpPr>
            <a:stCxn id="1179" idx="2"/>
            <a:endCxn id="1180" idx="0"/>
          </p:cNvCxnSpPr>
          <p:nvPr/>
        </p:nvCxnSpPr>
        <p:spPr>
          <a:xfrm rot="-5400000" flipH="1">
            <a:off x="5100697" y="1018250"/>
            <a:ext cx="489600" cy="15462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81" name="Google Shape;1181;p41"/>
          <p:cNvCxnSpPr>
            <a:stCxn id="1182" idx="0"/>
            <a:endCxn id="1179" idx="2"/>
          </p:cNvCxnSpPr>
          <p:nvPr/>
        </p:nvCxnSpPr>
        <p:spPr>
          <a:xfrm rot="-5400000">
            <a:off x="3554608" y="1018216"/>
            <a:ext cx="489600" cy="15462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83" name="Google Shape;1183;p41"/>
          <p:cNvCxnSpPr>
            <a:stCxn id="1182" idx="2"/>
            <a:endCxn id="1184" idx="0"/>
          </p:cNvCxnSpPr>
          <p:nvPr/>
        </p:nvCxnSpPr>
        <p:spPr>
          <a:xfrm rot="-5400000" flipH="1">
            <a:off x="3131308" y="2301916"/>
            <a:ext cx="528000" cy="7380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85" name="Google Shape;1185;p41"/>
          <p:cNvCxnSpPr>
            <a:stCxn id="1186" idx="0"/>
            <a:endCxn id="1182" idx="2"/>
          </p:cNvCxnSpPr>
          <p:nvPr/>
        </p:nvCxnSpPr>
        <p:spPr>
          <a:xfrm rot="-5400000">
            <a:off x="2393179" y="2301800"/>
            <a:ext cx="528000" cy="738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87" name="Google Shape;1187;p41"/>
          <p:cNvCxnSpPr>
            <a:stCxn id="1180" idx="2"/>
            <a:endCxn id="1188" idx="0"/>
          </p:cNvCxnSpPr>
          <p:nvPr/>
        </p:nvCxnSpPr>
        <p:spPr>
          <a:xfrm rot="-5400000" flipH="1">
            <a:off x="6223482" y="2301916"/>
            <a:ext cx="528000" cy="7380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diamond" w="sm" len="sm"/>
          </a:ln>
        </p:spPr>
      </p:cxnSp>
      <p:cxnSp>
        <p:nvCxnSpPr>
          <p:cNvPr id="1189" name="Google Shape;1189;p41"/>
          <p:cNvCxnSpPr>
            <a:stCxn id="1190" idx="0"/>
            <a:endCxn id="1180" idx="2"/>
          </p:cNvCxnSpPr>
          <p:nvPr/>
        </p:nvCxnSpPr>
        <p:spPr>
          <a:xfrm rot="-5400000">
            <a:off x="5485352" y="2301800"/>
            <a:ext cx="528000" cy="738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91" name="Google Shape;1191;p41"/>
          <p:cNvCxnSpPr>
            <a:stCxn id="1192" idx="0"/>
            <a:endCxn id="1186" idx="2"/>
          </p:cNvCxnSpPr>
          <p:nvPr/>
        </p:nvCxnSpPr>
        <p:spPr>
          <a:xfrm rot="-5400000">
            <a:off x="1688600" y="3234383"/>
            <a:ext cx="528000" cy="670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93" name="Google Shape;1193;p41"/>
          <p:cNvCxnSpPr>
            <a:stCxn id="1194" idx="0"/>
            <a:endCxn id="1186" idx="2"/>
          </p:cNvCxnSpPr>
          <p:nvPr/>
        </p:nvCxnSpPr>
        <p:spPr>
          <a:xfrm rot="5400000" flipH="1">
            <a:off x="2427406" y="3166433"/>
            <a:ext cx="528000" cy="8067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95" name="Google Shape;1195;p41"/>
          <p:cNvCxnSpPr>
            <a:stCxn id="1196" idx="0"/>
            <a:endCxn id="1190" idx="2"/>
          </p:cNvCxnSpPr>
          <p:nvPr/>
        </p:nvCxnSpPr>
        <p:spPr>
          <a:xfrm rot="-5400000">
            <a:off x="4712262" y="3165833"/>
            <a:ext cx="528000" cy="8079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97" name="Google Shape;1197;p41"/>
          <p:cNvCxnSpPr>
            <a:stCxn id="1198" idx="0"/>
            <a:endCxn id="1190" idx="2"/>
          </p:cNvCxnSpPr>
          <p:nvPr/>
        </p:nvCxnSpPr>
        <p:spPr>
          <a:xfrm rot="5400000" flipH="1">
            <a:off x="5451069" y="3234983"/>
            <a:ext cx="528000" cy="669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cxnSp>
        <p:nvCxnSpPr>
          <p:cNvPr id="1199" name="Google Shape;1199;p41"/>
          <p:cNvCxnSpPr>
            <a:stCxn id="1200" idx="0"/>
            <a:endCxn id="1190" idx="2"/>
          </p:cNvCxnSpPr>
          <p:nvPr/>
        </p:nvCxnSpPr>
        <p:spPr>
          <a:xfrm rot="5400000" flipH="1">
            <a:off x="6189875" y="2496233"/>
            <a:ext cx="528000" cy="21471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diamond" w="sm" len="sm"/>
            <a:tailEnd type="none" w="sm" len="sm"/>
          </a:ln>
        </p:spPr>
      </p:cxnSp>
      <p:sp>
        <p:nvSpPr>
          <p:cNvPr id="1179" name="Google Shape;1179;p41"/>
          <p:cNvSpPr txBox="1"/>
          <p:nvPr/>
        </p:nvSpPr>
        <p:spPr>
          <a:xfrm>
            <a:off x="3899647" y="1175750"/>
            <a:ext cx="13455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2" name="Google Shape;1182;p41"/>
          <p:cNvSpPr txBox="1"/>
          <p:nvPr/>
        </p:nvSpPr>
        <p:spPr>
          <a:xfrm>
            <a:off x="2354608" y="2036116"/>
            <a:ext cx="13434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0" name="Google Shape;1180;p41"/>
          <p:cNvSpPr txBox="1"/>
          <p:nvPr/>
        </p:nvSpPr>
        <p:spPr>
          <a:xfrm>
            <a:off x="5446782" y="2036116"/>
            <a:ext cx="13434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8" name="Google Shape;1188;p41"/>
          <p:cNvSpPr txBox="1"/>
          <p:nvPr/>
        </p:nvSpPr>
        <p:spPr>
          <a:xfrm>
            <a:off x="6268296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0" name="Google Shape;1190;p41"/>
          <p:cNvSpPr txBox="1"/>
          <p:nvPr/>
        </p:nvSpPr>
        <p:spPr>
          <a:xfrm>
            <a:off x="4791902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4" name="Google Shape;1184;p41"/>
          <p:cNvSpPr txBox="1"/>
          <p:nvPr/>
        </p:nvSpPr>
        <p:spPr>
          <a:xfrm>
            <a:off x="3176123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6" name="Google Shape;1186;p41"/>
          <p:cNvSpPr txBox="1"/>
          <p:nvPr/>
        </p:nvSpPr>
        <p:spPr>
          <a:xfrm>
            <a:off x="1699729" y="2934950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8" name="Google Shape;1198;p41"/>
          <p:cNvSpPr txBox="1"/>
          <p:nvPr/>
        </p:nvSpPr>
        <p:spPr>
          <a:xfrm>
            <a:off x="5461569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6" name="Google Shape;1196;p41"/>
          <p:cNvSpPr txBox="1"/>
          <p:nvPr/>
        </p:nvSpPr>
        <p:spPr>
          <a:xfrm>
            <a:off x="3984012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4" name="Google Shape;1194;p41"/>
          <p:cNvSpPr txBox="1"/>
          <p:nvPr/>
        </p:nvSpPr>
        <p:spPr>
          <a:xfrm>
            <a:off x="2506456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92" name="Google Shape;1192;p41"/>
          <p:cNvSpPr txBox="1"/>
          <p:nvPr/>
        </p:nvSpPr>
        <p:spPr>
          <a:xfrm>
            <a:off x="1028900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00" name="Google Shape;1200;p41"/>
          <p:cNvSpPr txBox="1"/>
          <p:nvPr/>
        </p:nvSpPr>
        <p:spPr>
          <a:xfrm>
            <a:off x="6939125" y="3833783"/>
            <a:ext cx="11766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01" name="Google Shape;1201;p4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15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02" name="Google Shape;1202;p4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03" name="Google Shape;1203;p4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04" name="Google Shape;1204;p4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05" name="Google Shape;1205;p4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6" name="TextBox 12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RECONSTRUCTED STATE</a:t>
            </a:r>
          </a:p>
        </p:txBody>
      </p:sp>
      <p:sp>
        <p:nvSpPr>
          <p:cNvPr id="1207" name="TextBox 1206"/>
          <p:cNvSpPr txBox="1"/>
          <p:nvPr/>
        </p:nvSpPr>
        <p:spPr>
          <a:xfrm>
            <a:off x="914400" y="1234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The three measured coordinates are combined into one reconstructed Bloch vector.</a:t>
            </a:r>
          </a:p>
        </p:txBody>
      </p:sp>
      <p:sp>
        <p:nvSpPr>
          <p:cNvPr id="1208" name="Oval 1207"/>
          <p:cNvSpPr/>
          <p:nvPr/>
        </p:nvSpPr>
        <p:spPr>
          <a:xfrm>
            <a:off x="1828800" y="3291840"/>
            <a:ext cx="1828800" cy="1828800"/>
          </a:xfrm>
          <a:prstGeom prst="ellipse">
            <a:avLst/>
          </a:prstGeom>
          <a:noFill/>
          <a:ln>
            <a:solidFill>
              <a:srgbClr val="00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9" name="Connector 1208"/>
          <p:cNvCxnSpPr/>
          <p:nvPr/>
        </p:nvCxnSpPr>
        <p:spPr>
          <a:xfrm flipV="1">
            <a:off x="2743200" y="3017520"/>
            <a:ext cx="1005839" cy="1188720"/>
          </a:xfrm>
          <a:prstGeom prst="line">
            <a:avLst/>
          </a:prstGeom>
          <a:ln w="38100">
            <a:solidFill>
              <a:srgbClr val="00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0" name="TextBox 1209"/>
          <p:cNvSpPr txBox="1"/>
          <p:nvPr/>
        </p:nvSpPr>
        <p:spPr>
          <a:xfrm>
            <a:off x="205740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anken Grotesk"/>
              </a:rPr>
              <a:t>True state</a:t>
            </a:r>
          </a:p>
        </p:txBody>
      </p:sp>
      <p:sp>
        <p:nvSpPr>
          <p:cNvPr id="1211" name="Oval 1210"/>
          <p:cNvSpPr/>
          <p:nvPr/>
        </p:nvSpPr>
        <p:spPr>
          <a:xfrm>
            <a:off x="4754880" y="3291840"/>
            <a:ext cx="1828800" cy="1828800"/>
          </a:xfrm>
          <a:prstGeom prst="ellipse">
            <a:avLst/>
          </a:prstGeom>
          <a:noFill/>
          <a:ln>
            <a:solidFill>
              <a:srgbClr val="00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2" name="Connector 1211"/>
          <p:cNvCxnSpPr/>
          <p:nvPr/>
        </p:nvCxnSpPr>
        <p:spPr>
          <a:xfrm flipV="1">
            <a:off x="5669280" y="3154679"/>
            <a:ext cx="914400" cy="1051561"/>
          </a:xfrm>
          <a:prstGeom prst="line">
            <a:avLst/>
          </a:prstGeom>
          <a:ln w="38100">
            <a:solidFill>
              <a:srgbClr val="00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3" name="TextBox 1212"/>
          <p:cNvSpPr txBox="1"/>
          <p:nvPr/>
        </p:nvSpPr>
        <p:spPr>
          <a:xfrm>
            <a:off x="498348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anken Grotesk"/>
              </a:rPr>
              <a:t>Reconstructed</a:t>
            </a:r>
          </a:p>
        </p:txBody>
      </p:sp>
      <p:sp>
        <p:nvSpPr>
          <p:cNvPr id="1214" name="TextBox 1213"/>
          <p:cNvSpPr txBox="1"/>
          <p:nvPr/>
        </p:nvSpPr>
        <p:spPr>
          <a:xfrm>
            <a:off x="6812280" y="20116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With finite shots, the reconstructed vector can differ slightly because tomography is an estimation process.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42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16</a:t>
            </a:r>
            <a:endParaRPr/>
          </a:p>
        </p:txBody>
      </p:sp>
      <p:sp>
        <p:nvSpPr>
          <p:cNvPr id="1212" name="Google Shape;1212;p4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14" name="Google Shape;1214;p4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215" name="Google Shape;1215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7" name="Google Shape;1217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4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219" name="Google Shape;1219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1" name="Google Shape;1221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4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223" name="Google Shape;1223;p4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17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224" name="Google Shape;12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26" name="Google Shape;1226;p4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27" name="Google Shape;1227;p4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28" name="Google Shape;1228;p4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TextBox 122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FINITE SHOTS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914400" y="1234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anken Grotesk"/>
              </a:rPr>
              <a:t>Tomography is an estimation process.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14400" y="192024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More shots generally reduce statistical fluctuations.
Fewer shots → noisier estimate
More shots → more stable estimate
Real-device noise can introduce additional deviations.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640080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CE6"/>
                </a:solidFill>
                <a:latin typeface="Raleway"/>
              </a:rPr>
              <a:t>100 shots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640080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CE6"/>
                </a:solidFill>
                <a:latin typeface="Raleway"/>
              </a:rPr>
              <a:t>4096 shots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6080760" y="3657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supplied lab material demonstrates low-shot versus high-shot tomography.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34" name="Google Shape;1234;p43"/>
          <p:cNvSpPr txBox="1"/>
          <p:nvPr/>
        </p:nvSpPr>
        <p:spPr>
          <a:xfrm>
            <a:off x="4840100" y="1116192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17</a:t>
            </a: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35" name="Google Shape;1235;p43"/>
          <p:cNvSpPr txBox="1"/>
          <p:nvPr/>
        </p:nvSpPr>
        <p:spPr>
          <a:xfrm>
            <a:off x="4840100" y="1411445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6" name="Google Shape;1236;p43"/>
          <p:cNvSpPr txBox="1"/>
          <p:nvPr/>
        </p:nvSpPr>
        <p:spPr>
          <a:xfrm>
            <a:off x="4840100" y="2295409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02</a:t>
            </a: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37" name="Google Shape;1237;p43"/>
          <p:cNvSpPr txBox="1"/>
          <p:nvPr/>
        </p:nvSpPr>
        <p:spPr>
          <a:xfrm>
            <a:off x="4840100" y="2590656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38" name="Google Shape;1238;p43"/>
          <p:cNvSpPr txBox="1"/>
          <p:nvPr/>
        </p:nvSpPr>
        <p:spPr>
          <a:xfrm>
            <a:off x="4840100" y="3474627"/>
            <a:ext cx="35841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rPr>
              <a:t>03</a:t>
            </a: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39" name="Google Shape;1239;p43"/>
          <p:cNvSpPr txBox="1"/>
          <p:nvPr/>
        </p:nvSpPr>
        <p:spPr>
          <a:xfrm>
            <a:off x="4840100" y="3769867"/>
            <a:ext cx="35841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1240" name="Google Shape;1240;p43"/>
          <p:cNvGrpSpPr/>
          <p:nvPr/>
        </p:nvGrpSpPr>
        <p:grpSpPr>
          <a:xfrm>
            <a:off x="4356313" y="3656425"/>
            <a:ext cx="345125" cy="345150"/>
            <a:chOff x="997838" y="3797375"/>
            <a:chExt cx="345125" cy="345150"/>
          </a:xfrm>
        </p:grpSpPr>
        <p:sp>
          <p:nvSpPr>
            <p:cNvPr id="1241" name="Google Shape;1241;p43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2" name="Google Shape;1242;p43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3" name="Google Shape;1243;p43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4" name="Google Shape;1244;p43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5" name="Google Shape;1245;p43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46" name="Google Shape;1246;p43"/>
          <p:cNvGrpSpPr/>
          <p:nvPr/>
        </p:nvGrpSpPr>
        <p:grpSpPr>
          <a:xfrm>
            <a:off x="4376150" y="2475363"/>
            <a:ext cx="305475" cy="345175"/>
            <a:chOff x="1017663" y="3243950"/>
            <a:chExt cx="305475" cy="345175"/>
          </a:xfrm>
        </p:grpSpPr>
        <p:sp>
          <p:nvSpPr>
            <p:cNvPr id="1247" name="Google Shape;1247;p43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8" name="Google Shape;1248;p43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49" name="Google Shape;1249;p43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50" name="Google Shape;1250;p43"/>
          <p:cNvGrpSpPr/>
          <p:nvPr/>
        </p:nvGrpSpPr>
        <p:grpSpPr>
          <a:xfrm>
            <a:off x="4356325" y="1294038"/>
            <a:ext cx="345125" cy="345425"/>
            <a:chOff x="997838" y="2690475"/>
            <a:chExt cx="345125" cy="345425"/>
          </a:xfrm>
        </p:grpSpPr>
        <p:sp>
          <p:nvSpPr>
            <p:cNvPr id="1251" name="Google Shape;1251;p43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2" name="Google Shape;1252;p43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3" name="Google Shape;1253;p43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4" name="Google Shape;1254;p43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5" name="Google Shape;1255;p43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6" name="Google Shape;1256;p43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7" name="Google Shape;1257;p43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258" name="Google Shape;1258;p43"/>
          <p:cNvSpPr txBox="1"/>
          <p:nvPr/>
        </p:nvSpPr>
        <p:spPr>
          <a:xfrm>
            <a:off x="987900" y="2124825"/>
            <a:ext cx="15756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59" name="Google Shape;1259;p4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18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60" name="Google Shape;1260;p4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61" name="Google Shape;1261;p4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62" name="Google Shape;1262;p4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63" name="Google Shape;1263;p4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4" name="TextBox 12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SCALABILITY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1440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FOR ONE QUBIT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914400" y="1737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Three measurement settings: X, Y, and Z.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8920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FOR n QUBITS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8920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Full tomography requires 3ⁿ combinations of measurement settings, as described in the supplied lecture.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144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POINT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914400" y="384048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anken Grotesk"/>
              </a:rPr>
              <a:t>Full state tomography becomes difficult to scale as the number of qubits grows.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graphicFrame>
        <p:nvGraphicFramePr>
          <p:cNvPr id="1269" name="Google Shape;1269;p44"/>
          <p:cNvGraphicFramePr/>
          <p:nvPr/>
        </p:nvGraphicFramePr>
        <p:xfrm>
          <a:off x="720000" y="118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{6001A04D-C638-4EFC-8514-7DB338901487}</a:tableStyleId>
              </a:tblPr>
              <a:tblGrid>
                <a:gridCol w="96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v1</a:t>
                      </a:r>
                      <a:endParaRPr sz="100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v2</a:t>
                      </a:r>
                      <a:endParaRPr sz="100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v3</a:t>
                      </a:r>
                      <a:endParaRPr sz="120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1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2,000,000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2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50,750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3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250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1,500,000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4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2,000,000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40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5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50,750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Item 6</a:t>
                      </a:r>
                      <a:endParaRPr sz="1000" b="1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250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1,500,000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300</a:t>
                      </a:r>
                      <a:endParaRPr sz="100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70" name="Google Shape;1270;p44"/>
          <p:cNvSpPr txBox="1"/>
          <p:nvPr/>
        </p:nvSpPr>
        <p:spPr>
          <a:xfrm>
            <a:off x="4231500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18</a:t>
            </a:r>
            <a:endParaRPr sz="17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271" name="Google Shape;1271;p44"/>
          <p:cNvSpPr txBox="1"/>
          <p:nvPr/>
        </p:nvSpPr>
        <p:spPr>
          <a:xfrm>
            <a:off x="5654398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02</a:t>
            </a:r>
            <a:endParaRPr sz="17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272" name="Google Shape;1272;p44"/>
          <p:cNvSpPr txBox="1"/>
          <p:nvPr/>
        </p:nvSpPr>
        <p:spPr>
          <a:xfrm>
            <a:off x="7077296" y="1186325"/>
            <a:ext cx="1346700" cy="4002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03</a:t>
            </a:r>
            <a:endParaRPr sz="1700"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273" name="Google Shape;1273;p44"/>
          <p:cNvSpPr txBox="1"/>
          <p:nvPr/>
        </p:nvSpPr>
        <p:spPr>
          <a:xfrm>
            <a:off x="4231500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4" name="Google Shape;1274;p44"/>
          <p:cNvSpPr txBox="1"/>
          <p:nvPr/>
        </p:nvSpPr>
        <p:spPr>
          <a:xfrm>
            <a:off x="5654398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5" name="Google Shape;1275;p44"/>
          <p:cNvSpPr txBox="1"/>
          <p:nvPr/>
        </p:nvSpPr>
        <p:spPr>
          <a:xfrm>
            <a:off x="7077296" y="1586525"/>
            <a:ext cx="13467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276" name="Google Shape;1276;p4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5102" y="2012225"/>
            <a:ext cx="3545295" cy="219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44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19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78" name="Google Shape;1278;p4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79" name="Google Shape;1279;p4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80" name="Google Shape;1280;p4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81" name="Google Shape;1281;p4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TextBox 128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TOMOGRAPHY WORKFLOW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50292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01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502920" y="1828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Prepare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502920" y="2377439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Prepare the unknown state.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24028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02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2240280" y="1828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Measure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240280" y="2377439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Measure in different bases.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3977639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03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3977639" y="1828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Repeat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3977639" y="2377439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Collect measurement statistics.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571500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04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5715000" y="1828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Reconstruct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5715000" y="2377439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Combine results into the state description.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745236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05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7452360" y="1828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Inspect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7452360" y="2377439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Visualize the reconstruction.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45"/>
          <p:cNvSpPr/>
          <p:nvPr/>
        </p:nvSpPr>
        <p:spPr>
          <a:xfrm rot="5400000">
            <a:off x="5960295" y="4190447"/>
            <a:ext cx="2997102" cy="353913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89" name="Google Shape;1289;p45"/>
          <p:cNvGrpSpPr/>
          <p:nvPr/>
        </p:nvGrpSpPr>
        <p:grpSpPr>
          <a:xfrm>
            <a:off x="5923458" y="1569341"/>
            <a:ext cx="3360485" cy="1171564"/>
            <a:chOff x="5923458" y="2066691"/>
            <a:chExt cx="3360485" cy="1171564"/>
          </a:xfrm>
        </p:grpSpPr>
        <p:grpSp>
          <p:nvGrpSpPr>
            <p:cNvPr id="1290" name="Google Shape;1290;p45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291" name="Google Shape;1291;p45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292" name="Google Shape;1292;p4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4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94" name="Google Shape;1294;p4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5" name="Google Shape;1295;p45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2620" extrusionOk="0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4" cy="1266614"/>
            </a:xfrm>
          </p:grpSpPr>
          <p:sp>
            <p:nvSpPr>
              <p:cNvPr id="1299" name="Google Shape;1299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4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19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02" name="Google Shape;1302;p4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03" name="Google Shape;1303;p4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04" name="Google Shape;1304;p4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TextBox 13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RESOURCES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91440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SOURCE LECTURE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914400" y="169164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supplied State Tomography — Figuring Out Where the Needle Really Points deck.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144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IBM QUANTUM / QISKIT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914400" y="30175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Qiskit measurement and quantum-information documentation.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91440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TAKEAWAY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14400" y="44348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Tomography reconstructs a state description from repeated measurements in different bases.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200">
                <a:solidFill>
                  <a:srgbClr val="FFFFFF"/>
                </a:solidFill>
                <a:latin typeface="Raleway"/>
              </a:rPr>
              <a:t>THANKS!</a:t>
            </a:r>
            <a:endParaRPr sz="4201"/>
          </a:p>
        </p:txBody>
      </p:sp>
      <p:sp>
        <p:nvSpPr>
          <p:cNvPr id="1311" name="Google Shape;1311;p46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46"/>
          <p:cNvGrpSpPr/>
          <p:nvPr/>
        </p:nvGrpSpPr>
        <p:grpSpPr>
          <a:xfrm>
            <a:off x="2300981" y="-283244"/>
            <a:ext cx="5859225" cy="1631012"/>
            <a:chOff x="2389175" y="-353800"/>
            <a:chExt cx="5859225" cy="1631012"/>
          </a:xfrm>
        </p:grpSpPr>
        <p:sp>
          <p:nvSpPr>
            <p:cNvPr id="1313" name="Google Shape;1313;p46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14" name="Google Shape;1314;p46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315" name="Google Shape;1315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7" name="Google Shape;131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20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319" name="Google Shape;1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6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rgbClr val="FFFFFF"/>
                </a:solidFill>
                <a:latin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2" name="Google Shape;13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26" name="Google Shape;1326;p4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27" name="Google Shape;1327;p4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28" name="Google Shape;1328;p4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9" name="TextBox 1328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1131</Words>
  <Application>Microsoft Office PowerPoint</Application>
  <PresentationFormat>On-screen Show (16:9)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</vt:lpstr>
      <vt:lpstr>Raleway Black</vt:lpstr>
      <vt:lpstr>Hanken Grotesk Light</vt:lpstr>
      <vt:lpstr>Anaheim</vt:lpstr>
      <vt:lpstr>Calibri</vt:lpstr>
      <vt:lpstr>Hanken Grotesk</vt:lpstr>
      <vt:lpstr>Arial</vt:lpstr>
      <vt:lpstr>Raleway</vt:lpstr>
      <vt:lpstr>Raleway ExtraBold</vt:lpstr>
      <vt:lpstr>Nunito Light</vt:lpstr>
      <vt:lpstr>Technology Market Research Pitch Deck by Slidesgo</vt:lpstr>
      <vt:lpstr>Foundations — Qubits, Gates &amp; Superposition </vt:lpstr>
      <vt:lpstr>01</vt:lpstr>
      <vt:lpstr>06</vt:lpstr>
      <vt:lpstr>03</vt:lpstr>
      <vt:lpstr>04</vt:lpstr>
      <vt:lpstr>05</vt:lpstr>
      <vt:lpstr>06</vt:lpstr>
      <vt:lpstr>07</vt:lpstr>
      <vt:lpstr>08</vt:lpstr>
      <vt:lpstr>09</vt:lpstr>
      <vt:lpstr>10</vt:lpstr>
      <vt:lpstr>Q4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Shahzadi</cp:lastModifiedBy>
  <cp:revision>2</cp:revision>
  <dcterms:modified xsi:type="dcterms:W3CDTF">2026-08-24T14:30:15Z</dcterms:modified>
</cp:coreProperties>
</file>